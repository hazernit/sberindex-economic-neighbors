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5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f907979a86496d" /><Relationship Type="http://schemas.openxmlformats.org/officeDocument/2006/relationships/extended-properties" Target="/docProps/app.xml" Id="R2926559680ce41e6" /><Relationship Type="http://schemas.openxmlformats.org/officeDocument/2006/relationships/officeDocument" Target="/ppt/presentation.xml" Id="R73ba50cc521c40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c624b59b4a4449"/>
  </p:sldMasterIdLst>
  <p:notesMasterIdLst>
    <p:notesMasterId xmlns:r="http://schemas.openxmlformats.org/officeDocument/2006/relationships" r:id="R1585511afc5440b9"/>
  </p:notesMasterIdLst>
  <p:sldIdLst>
    <p:sldId xmlns:r="http://schemas.openxmlformats.org/officeDocument/2006/relationships" id="256" r:id="R0d5952352fb942ce"/>
    <p:sldId xmlns:r="http://schemas.openxmlformats.org/officeDocument/2006/relationships" id="257" r:id="R0e8b2378d1e84c1f"/>
    <p:sldId xmlns:r="http://schemas.openxmlformats.org/officeDocument/2006/relationships" id="258" r:id="R3ce6ad1139b5416b"/>
    <p:sldId xmlns:r="http://schemas.openxmlformats.org/officeDocument/2006/relationships" id="259" r:id="R4ef169f2dbeb497c"/>
    <p:sldId xmlns:r="http://schemas.openxmlformats.org/officeDocument/2006/relationships" id="260" r:id="R20ded2ee22c7467e"/>
    <p:sldId xmlns:r="http://schemas.openxmlformats.org/officeDocument/2006/relationships" id="261" r:id="R5a6a8e2633fd4e3c"/>
    <p:sldId xmlns:r="http://schemas.openxmlformats.org/officeDocument/2006/relationships" id="262" r:id="R4835432dd1a342ec"/>
    <p:sldId xmlns:r="http://schemas.openxmlformats.org/officeDocument/2006/relationships" id="263" r:id="R5addf75e2a8146e1"/>
    <p:sldId xmlns:r="http://schemas.openxmlformats.org/officeDocument/2006/relationships" id="264" r:id="R7dff2a2bacaa40a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c293ec158e4629" /><Relationship Type="http://schemas.openxmlformats.org/officeDocument/2006/relationships/slideMaster" Target="/ppt/slideMasters/slideMaster1.xml" Id="R22c624b59b4a4449" /><Relationship Type="http://schemas.openxmlformats.org/officeDocument/2006/relationships/notesMaster" Target="/ppt/notesMasters/notesMaster1.xml" Id="R1585511afc5440b9" /><Relationship Type="http://schemas.openxmlformats.org/officeDocument/2006/relationships/presProps" Target="/ppt/presProps.xml" Id="R6499478e1b304642" /><Relationship Type="http://schemas.openxmlformats.org/officeDocument/2006/relationships/tableStyles" Target="/ppt/tableStyles.xml" Id="Rac743d49f20844a7" /><Relationship Type="http://schemas.openxmlformats.org/officeDocument/2006/relationships/slide" Target="/ppt/slides/slide1.xml" Id="R0d5952352fb942ce" /><Relationship Type="http://schemas.openxmlformats.org/officeDocument/2006/relationships/slide" Target="/ppt/slides/slide2.xml" Id="R0e8b2378d1e84c1f" /><Relationship Type="http://schemas.openxmlformats.org/officeDocument/2006/relationships/slide" Target="/ppt/slides/slide3.xml" Id="R3ce6ad1139b5416b" /><Relationship Type="http://schemas.openxmlformats.org/officeDocument/2006/relationships/slide" Target="/ppt/slides/slide4.xml" Id="R4ef169f2dbeb497c" /><Relationship Type="http://schemas.openxmlformats.org/officeDocument/2006/relationships/slide" Target="/ppt/slides/slide5.xml" Id="R20ded2ee22c7467e" /><Relationship Type="http://schemas.openxmlformats.org/officeDocument/2006/relationships/slide" Target="/ppt/slides/slide6.xml" Id="R5a6a8e2633fd4e3c" /><Relationship Type="http://schemas.openxmlformats.org/officeDocument/2006/relationships/slide" Target="/ppt/slides/slide7.xml" Id="R4835432dd1a342ec" /><Relationship Type="http://schemas.openxmlformats.org/officeDocument/2006/relationships/slide" Target="/ppt/slides/slide8.xml" Id="R5addf75e2a8146e1" /><Relationship Type="http://schemas.openxmlformats.org/officeDocument/2006/relationships/slide" Target="/ppt/slides/slide9.xml" Id="R7dff2a2bacaa40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29fe78578c46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Economic Neighbors">
  <a:themeElements>
    <a:clrScheme name="Economic Neighbors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Economic Neighbor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75aed37e7b4b12" /><Relationship Type="http://schemas.openxmlformats.org/officeDocument/2006/relationships/notesMaster" Target="/ppt/notesMasters/notesMaster1.xml" Id="R13d762f6f0b446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a63b31a6954746" /><Relationship Type="http://schemas.openxmlformats.org/officeDocument/2006/relationships/notesMaster" Target="/ppt/notesMasters/notesMaster1.xml" Id="R654ce70c029543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e7fa9a66754cb8" /><Relationship Type="http://schemas.openxmlformats.org/officeDocument/2006/relationships/notesMaster" Target="/ppt/notesMasters/notesMaster1.xml" Id="Redfef2d740a340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582f174ee54791" /><Relationship Type="http://schemas.openxmlformats.org/officeDocument/2006/relationships/notesMaster" Target="/ppt/notesMasters/notesMaster1.xml" Id="R3d04bf29ded64a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3ccdd1e29a4966" /><Relationship Type="http://schemas.openxmlformats.org/officeDocument/2006/relationships/notesMaster" Target="/ppt/notesMasters/notesMaster1.xml" Id="R75c3dab1206140e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ed7a0582b9d4235" /><Relationship Type="http://schemas.openxmlformats.org/officeDocument/2006/relationships/notesMaster" Target="/ppt/notesMasters/notesMaster1.xml" Id="Rb31572e8be7e41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08442d0eac49f9" /><Relationship Type="http://schemas.openxmlformats.org/officeDocument/2006/relationships/notesMaster" Target="/ppt/notesMasters/notesMaster1.xml" Id="R6cde825e2dd641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349a957af0b4863" /><Relationship Type="http://schemas.openxmlformats.org/officeDocument/2006/relationships/notesMaster" Target="/ppt/notesMasters/notesMaster1.xml" Id="R98b3dab4c596407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6067de4ea824f1b" /><Relationship Type="http://schemas.openxmlformats.org/officeDocument/2006/relationships/notesMaster" Target="/ppt/notesMasters/notesMaster1.xml" Id="Rf62e5d5c8c4244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https://www.sberbank.com/common/img/uploaded/files/pdf/sberindex/hackathonlicence.zip</a:t>
            </a:r>
          </a:p>
          <a:p xmlns:a="http://schemas.openxmlformats.org/drawingml/2006/main">
            <a:r>
              <a:t>https://sberindex.ru/ru/research/dataset-borders-and-changes-of-municipalities</a:t>
            </a:r>
          </a:p>
          <a:p xmlns:a="http://schemas.openxmlformats.org/drawingml/2006/main">
            <a:r>
              <a:t>Конкурс СберИндекса, направление «Кластеризация». Полная панель: 2 016 муниципалитетов, январь 2023 - декабрь 2024. Цель: найти потребительские аналоги территорий и проследить изменения групп.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https://www.sberbank.com/common/img/uploaded/files/pdf/sberindex/hackathonlicence.zip</a:t>
            </a:r>
          </a:p>
          <a:p xmlns:a="http://schemas.openxmlformats.org/drawingml/2006/main">
            <a:r>
              <a:t>https://sberindex.ru/ru/research/dataset-borders-and-changes-of-municipalities</a:t>
            </a:r>
          </a:p>
          <a:p xmlns:a="http://schemas.openxmlformats.org/drawingml/2006/main">
            <a:r>
              <a:t>Исходная таблица содержит 303 126 строк, 2 190 МО, шесть категорий и 24 месяца. Отсутствуют 12 234 комбинации МО, месяца и категории. Для временного сравнения исключены 174 МО с неполной историей. territory_id обозначает неизменную территорию. Доли рассчитаны от суммы пяти выбранных категорий. Признаки x = sqrt(p). Вес ребра w_ij = exp(-d_ij²/(sigma_i sigma_j)); сеть объединяет kNN в обоих направлениях, петли исключены.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https://www.sberbank.com/common/img/uploaded/files/pdf/sberindex/hackathonlicence.zip</a:t>
            </a:r>
          </a:p>
          <a:p xmlns:a="http://schemas.openxmlformats.org/drawingml/2006/main">
            <a:r>
              <a:t>https://sberindex.ru/ru/research/dataset-borders-and-changes-of-municipalities</a:t>
            </a:r>
          </a:p>
          <a:p xmlns:a="http://schemas.openxmlformats.org/drawingml/2006/main">
            <a:r>
              <a:t>Сравнены 27 конфигураций. Таблица показывает лучший по SW вариант каждого метода при kNN = 30 и минимальной доле группы 2%. SW рассчитан на фиксированной выборке 2 000 из 2 016 МО; остальные метрики используют всю панель. S_Dbw: векторы дисперсий по формулам 11-17 Shahileh et al. (2025), с подсчётом точек внутри шара. AVI и AVU: формулы 18-21; MQ: стандартная модулярность при gamma = 1. Первоисточник: https://doi.org/10.1134/S1064562425700589.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https://www.sberbank.com/common/img/uploaded/files/pdf/sberindex/hackathonlicence.zip</a:t>
            </a:r>
          </a:p>
          <a:p xmlns:a="http://schemas.openxmlformats.org/drawingml/2006/main">
            <a:r>
              <a:t>https://sberindex.ru/ru/research/dataset-borders-and-changes-of-municipalities</a:t>
            </a:r>
          </a:p>
          <a:p xmlns:a="http://schemas.openxmlformats.org/drawingml/2006/main">
            <a:r>
              <a:t>Средние доли рассчитаны с равным весом каждого из 2 016 МО. Знаменатель включает пять выбранных категорий; показатель не является национальной долей всех расходов. Сравнение января 2023 с декабрём 2024 не очищено от сезонности. Исходные доли сохранены в outputs/analysis/model.npz; расчёт и график приведены в исследовательском ноутбуке.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https://www.sberbank.com/common/img/uploaded/files/pdf/sberindex/hackathonlicence.zip</a:t>
            </a:r>
          </a:p>
          <a:p xmlns:a="http://schemas.openxmlformats.org/drawingml/2006/main">
            <a:r>
              <a:t>https://sberindex.ru/ru/research/dataset-borders-and-changes-of-municipalities</a:t>
            </a:r>
          </a:p>
          <a:p xmlns:a="http://schemas.openxmlformats.org/drawingml/2006/main">
            <a:r>
              <a:t>Сравнение выполнено на 21 общем переходе: апрель 2023 - декабрь 2024. Сглаживание усредняет уровни за текущий и два предыдущих месяца; затем заново рассчитываются доли и группы. Seeds 17, 31 и 47 сопоставлены с seed 42 во всех 24 месяцах. Минимальный ARI равен 0,9899289. Средний ARI одинаковых календарных месяцев двух лет равен 0,542829.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https://www.sberbank.com/common/img/uploaded/files/pdf/sberindex/hackathonlicence.zip</a:t>
            </a:r>
          </a:p>
          <a:p xmlns:a="http://schemas.openxmlformats.org/drawingml/2006/main">
            <a:r>
              <a:t>https://sberindex.ru/ru/research/dataset-borders-and-changes-of-municipalities</a:t>
            </a:r>
          </a:p>
          <a:p xmlns:a="http://schemas.openxmlformats.org/drawingml/2006/main">
            <a:r>
              <a:t>Декабрь 2024. Общая выборка: 2 004 МО крупнейшей дорожной компоненты. Для всех определений близости использованы Spectral, K = 3 и kNN = 30. SW оценивается в одном пространстве квадратных корней долей. Дорожные расстояния относятся к концу 2024 года. Вывод касается подбора потребительских аналогов и не оценивает качество дорог.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https://www.sberbank.com/common/img/uploaded/files/pdf/sberindex/hackathonlicence.zip</a:t>
            </a:r>
          </a:p>
          <a:p xmlns:a="http://schemas.openxmlformats.org/drawingml/2006/main">
            <a:r>
              <a:t>https://sberindex.ru/ru/research/dataset-borders-and-changes-of-municipalities</a:t>
            </a:r>
          </a:p>
          <a:p xmlns:a="http://schemas.openxmlformats.org/drawingml/2006/main">
            <a:r>
              <a:t>Spearman рассчитан между доступностью рынков за 2024 год и средними долями за 12 месяцев 2024 года. Выборка включает 2 004 МО с известным показателем доступности; правило отбора отличается от дорожного сравнения. Доступность не участвует в обучении. Причинный эффект не установлен; доли связаны общим знаменателем.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https://www.sberbank.com/common/img/uploaded/files/pdf/sberindex/hackathonlicence.zip</a:t>
            </a:r>
          </a:p>
          <a:p xmlns:a="http://schemas.openxmlformats.org/drawingml/2006/main">
            <a:r>
              <a:t>https://sberindex.ru/ru/research/dataset-borders-and-changes-of-municipalities</a:t>
            </a:r>
          </a:p>
          <a:p xmlns:a="http://schemas.openxmlformats.org/drawingml/2006/main">
            <a:r>
              <a:t>Полная сеть: 2 016 МО, декабрь 2024. Цвет обозначает согласованную во времени группу. PCA обучена на январе 2023; две компоненты объясняют 85,7% дисперсии. На графике показаны шесть сильнейших реальных рёбер Майкопа. Их веса рассчитаны в полном пространстве пяти признаков. Доли корзины Майкопа: 47,4%, 6,4%, 30,5%, 6,8% и 8,9%.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https://www.sberbank.com/common/img/uploaded/files/pdf/sberindex/hackathonlicence.zip</a:t>
            </a:r>
          </a:p>
          <a:p xmlns:a="http://schemas.openxmlformats.org/drawingml/2006/main">
            <a:r>
              <a:t>https://sberindex.ru/ru/research/dataset-borders-and-changes-of-municipalities</a:t>
            </a:r>
          </a:p>
          <a:p xmlns:a="http://schemas.openxmlformats.org/drawingml/2006/main">
            <a:r>
              <a:t>Данные и производные аналитические материалы: СберИндекс, CC BY-SA 4.0. Код алгоритмов и проверок: MIT. Для воспроизведения используются README.md, config.json, notebooks/economic-neighbors.ipynb и исходные данные по официальным ссылкам. Методология и ограничения: docs/methodological-report.md и docs/metrics.md. Формулы AVI и AVU: https://doi.org/10.1134/S1064562425700589.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13d9836ed9499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491fd3bf36441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cb54d2bee04b0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28aaa3c63d44b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86f0724b7d4a1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5062e0814840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92AAE2F-6B94-4120-8DB5-D4BA5072CF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88AE70F-1E21-40E4-BBE1-6C5BDD35D49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0FA8924-DF3E-4032-A407-28C6612225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1CFD69A-531A-4831-BEDC-E274C82E7C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3013159-831F-4146-ADA9-7EB53A0161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AE63661-1C11-4B80-99AF-0BBFE4EC62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40D44E8-E204-4F90-8739-0BFB9D69AD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AA9E7D8-1AC9-4541-9A35-57BD354D1E7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EF3883E-C0B8-45BE-B7BC-EB832763E1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C543B4F-0E41-4218-9078-72284A682F8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b1d117cbff4b43" /><Relationship Type="http://schemas.openxmlformats.org/officeDocument/2006/relationships/slideLayout" Target="/ppt/slideLayouts/slideLayout1.xml" Id="R3453f429d8ca46a6" /><Relationship Type="http://schemas.openxmlformats.org/officeDocument/2006/relationships/slideLayout" Target="/ppt/slideLayouts/slideLayout2.xml" Id="Rdfbe6a6f8c1d44c1" /><Relationship Type="http://schemas.openxmlformats.org/officeDocument/2006/relationships/slideLayout" Target="/ppt/slideLayouts/slideLayout3.xml" Id="Rc21264df181d45f5" /><Relationship Type="http://schemas.openxmlformats.org/officeDocument/2006/relationships/slideLayout" Target="/ppt/slideLayouts/slideLayout4.xml" Id="R7a89511ad12b41dd" /><Relationship Type="http://schemas.openxmlformats.org/officeDocument/2006/relationships/slideLayout" Target="/ppt/slideLayouts/slideLayout5.xml" Id="Ref1a93607259472b" /><Relationship Type="http://schemas.openxmlformats.org/officeDocument/2006/relationships/slideLayout" Target="/ppt/slideLayouts/slideLayout6.xml" Id="R2c7bba1de21b42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53f429d8ca46a6"/>
    <p:sldLayoutId xmlns:r="http://schemas.openxmlformats.org/officeDocument/2006/relationships" id="2147483650" r:id="Rdfbe6a6f8c1d44c1"/>
    <p:sldLayoutId xmlns:r="http://schemas.openxmlformats.org/officeDocument/2006/relationships" id="2147483651" r:id="Rc21264df181d45f5"/>
    <p:sldLayoutId xmlns:r="http://schemas.openxmlformats.org/officeDocument/2006/relationships" id="2147483652" r:id="R7a89511ad12b41dd"/>
    <p:sldLayoutId xmlns:r="http://schemas.openxmlformats.org/officeDocument/2006/relationships" id="2147483653" r:id="Ref1a93607259472b"/>
    <p:sldLayoutId xmlns:r="http://schemas.openxmlformats.org/officeDocument/2006/relationships" id="2147483654" r:id="R2c7bba1de21b42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Economic Neighbors">
  <a:themeElements>
    <a:clrScheme name="Economic Neighbors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Economic Neighbor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c93c6100ca462a" /><Relationship Type="http://schemas.openxmlformats.org/officeDocument/2006/relationships/notesSlide" Target="/ppt/notesSlides/notesSlide1.xml" Id="R2c5598b2c0a643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efc184656c40c4" /><Relationship Type="http://schemas.openxmlformats.org/officeDocument/2006/relationships/notesSlide" Target="/ppt/notesSlides/notesSlide2.xml" Id="R16899d2dc65449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29f604cb114627" /><Relationship Type="http://schemas.openxmlformats.org/officeDocument/2006/relationships/notesSlide" Target="/ppt/notesSlides/notesSlide3.xml" Id="Rdab630a3a61544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d28ce9a81447c7" /><Relationship Type="http://schemas.openxmlformats.org/officeDocument/2006/relationships/chart" Target="/ppt/slides/charts/chart1.xml" Id="Rde890ff5560c49c5" /><Relationship Type="http://schemas.openxmlformats.org/officeDocument/2006/relationships/notesSlide" Target="/ppt/notesSlides/notesSlide4.xml" Id="R7dfeebe7410645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2e952938554993" /><Relationship Type="http://schemas.openxmlformats.org/officeDocument/2006/relationships/chart" Target="/ppt/slides/charts/chart2.xml" Id="R113627d2d8f9482a" /><Relationship Type="http://schemas.openxmlformats.org/officeDocument/2006/relationships/notesSlide" Target="/ppt/notesSlides/notesSlide5.xml" Id="Re996c072d5ad44e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9eb9fa68a649ed" /><Relationship Type="http://schemas.openxmlformats.org/officeDocument/2006/relationships/chart" Target="/ppt/slides/charts/chart3.xml" Id="Rac5bb3c59c2d4dca" /><Relationship Type="http://schemas.openxmlformats.org/officeDocument/2006/relationships/notesSlide" Target="/ppt/notesSlides/notesSlide6.xml" Id="R34cd9f367d4d46e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cdfd478e2746ba" /><Relationship Type="http://schemas.openxmlformats.org/officeDocument/2006/relationships/chart" Target="/ppt/slides/charts/chart4.xml" Id="R6ba3c78702fe4278" /><Relationship Type="http://schemas.openxmlformats.org/officeDocument/2006/relationships/notesSlide" Target="/ppt/notesSlides/notesSlide7.xml" Id="R922405937ad7459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6c068262e44a89" /><Relationship Type="http://schemas.openxmlformats.org/officeDocument/2006/relationships/chart" Target="/ppt/slides/charts/chart5.xml" Id="Red48d2d9423441b8" /><Relationship Type="http://schemas.openxmlformats.org/officeDocument/2006/relationships/notesSlide" Target="/ppt/notesSlides/notesSlide8.xml" Id="R045e3bca094e48e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57b7da6dc64bcc" /><Relationship Type="http://schemas.openxmlformats.org/officeDocument/2006/relationships/notesSlide" Target="/ppt/notesSlides/notesSlide9.xml" Id="R7e02422d376d40e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Продовольствие</c:v>
          </c:tx>
          <c:spPr>
            <a:ln xmlns:a="http://schemas.openxmlformats.org/drawingml/2006/main" w="28575">
              <a:solidFill>
                <a:srgbClr val="3568A5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3568A5"/>
              </a:solidFill>
            </c:spPr>
          </c:marker>
          <c:cat>
            <c:strRef>
              <c:f>'Chart Data'!$A$2:$A$25</c:f>
              <c:strCache>
                <c:ptCount val="24"/>
                <c:pt idx="0">
                  <c:v>янв23</c:v>
                </c:pt>
                <c:pt idx="1">
                  <c:v>фев23</c:v>
                </c:pt>
                <c:pt idx="2">
                  <c:v>мар23</c:v>
                </c:pt>
                <c:pt idx="3">
                  <c:v>апр23</c:v>
                </c:pt>
                <c:pt idx="4">
                  <c:v>май23</c:v>
                </c:pt>
                <c:pt idx="5">
                  <c:v>июн23</c:v>
                </c:pt>
                <c:pt idx="6">
                  <c:v>июл23</c:v>
                </c:pt>
                <c:pt idx="7">
                  <c:v>авг23</c:v>
                </c:pt>
                <c:pt idx="8">
                  <c:v>сен23</c:v>
                </c:pt>
                <c:pt idx="9">
                  <c:v>окт23</c:v>
                </c:pt>
                <c:pt idx="10">
                  <c:v>ноя23</c:v>
                </c:pt>
                <c:pt idx="11">
                  <c:v>дек23</c:v>
                </c:pt>
                <c:pt idx="12">
                  <c:v>янв24</c:v>
                </c:pt>
                <c:pt idx="13">
                  <c:v>фев24</c:v>
                </c:pt>
                <c:pt idx="14">
                  <c:v>мар24</c:v>
                </c:pt>
                <c:pt idx="15">
                  <c:v>апр24</c:v>
                </c:pt>
                <c:pt idx="16">
                  <c:v>май24</c:v>
                </c:pt>
                <c:pt idx="17">
                  <c:v>июн24</c:v>
                </c:pt>
                <c:pt idx="18">
                  <c:v>июл24</c:v>
                </c:pt>
                <c:pt idx="19">
                  <c:v>авг24</c:v>
                </c:pt>
                <c:pt idx="20">
                  <c:v>сен24</c:v>
                </c:pt>
                <c:pt idx="21">
                  <c:v>окт24</c:v>
                </c:pt>
                <c:pt idx="22">
                  <c:v>ноя24</c:v>
                </c:pt>
                <c:pt idx="23">
                  <c:v>дек24</c:v>
                </c:pt>
              </c:strCache>
            </c:strRef>
          </c:cat>
          <c:val>
            <c:numRef>
              <c:f>'Chart Data'!$B$2:$B$25</c:f>
              <c:numCache>
                <c:formatCode>0"%"</c:formatCode>
                <c:ptCount val="24"/>
                <c:pt idx="0">
                  <c:v>63.7840496051971</c:v>
                </c:pt>
                <c:pt idx="1">
                  <c:v>63.6261907813267</c:v>
                </c:pt>
                <c:pt idx="2">
                  <c:v>63.6489852426909</c:v>
                </c:pt>
                <c:pt idx="3">
                  <c:v>65.3654648693372</c:v>
                </c:pt>
                <c:pt idx="4">
                  <c:v>65.4812510630064</c:v>
                </c:pt>
                <c:pt idx="5">
                  <c:v>65.3460283837633</c:v>
                </c:pt>
                <c:pt idx="6">
                  <c:v>64.2240427002126</c:v>
                </c:pt>
                <c:pt idx="7">
                  <c:v>62.5990439818177</c:v>
                </c:pt>
                <c:pt idx="8">
                  <c:v>61.8088237104537</c:v>
                </c:pt>
                <c:pt idx="9">
                  <c:v>60.5359027740345</c:v>
                </c:pt>
                <c:pt idx="10">
                  <c:v>58.5763932459491</c:v>
                </c:pt>
                <c:pt idx="11">
                  <c:v>61.5600185959048</c:v>
                </c:pt>
                <c:pt idx="12">
                  <c:v>60.9219969777982</c:v>
                </c:pt>
                <c:pt idx="13">
                  <c:v>60.1335725021536</c:v>
                </c:pt>
                <c:pt idx="14">
                  <c:v>60.3425834498501</c:v>
                </c:pt>
                <c:pt idx="15">
                  <c:v>60.3663856641993</c:v>
                </c:pt>
                <c:pt idx="16">
                  <c:v>61.4564494180358</c:v>
                </c:pt>
                <c:pt idx="17">
                  <c:v>61.0534786757127</c:v>
                </c:pt>
                <c:pt idx="18">
                  <c:v>60.0047415907825</c:v>
                </c:pt>
                <c:pt idx="19">
                  <c:v>57.4940061662103</c:v>
                </c:pt>
                <c:pt idx="20">
                  <c:v>56.7930439865064</c:v>
                </c:pt>
                <c:pt idx="21">
                  <c:v>55.8389436589776</c:v>
                </c:pt>
                <c:pt idx="22">
                  <c:v>55.0181233414338</c:v>
                </c:pt>
                <c:pt idx="23">
                  <c:v>56.86213772676</c:v>
                </c:pt>
              </c:numCache>
            </c:numRef>
          </c:val>
          <c:smooth val="0"/>
        </c:ser>
        <c:ser>
          <c:idx val="1"/>
          <c:order val="1"/>
          <c:tx>
            <c:v>Здоровье</c:v>
          </c:tx>
          <c:spPr>
            <a:ln xmlns:a="http://schemas.openxmlformats.org/drawingml/2006/main" w="28575">
              <a:solidFill>
                <a:srgbClr val="728445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728445"/>
              </a:solidFill>
            </c:spPr>
          </c:marker>
          <c:cat>
            <c:strRef>
              <c:f>'Chart Data'!$C$2:$C$25</c:f>
              <c:strCache>
                <c:ptCount val="24"/>
                <c:pt idx="0">
                  <c:v>янв23</c:v>
                </c:pt>
                <c:pt idx="1">
                  <c:v>фев23</c:v>
                </c:pt>
                <c:pt idx="2">
                  <c:v>мар23</c:v>
                </c:pt>
                <c:pt idx="3">
                  <c:v>апр23</c:v>
                </c:pt>
                <c:pt idx="4">
                  <c:v>май23</c:v>
                </c:pt>
                <c:pt idx="5">
                  <c:v>июн23</c:v>
                </c:pt>
                <c:pt idx="6">
                  <c:v>июл23</c:v>
                </c:pt>
                <c:pt idx="7">
                  <c:v>авг23</c:v>
                </c:pt>
                <c:pt idx="8">
                  <c:v>сен23</c:v>
                </c:pt>
                <c:pt idx="9">
                  <c:v>окт23</c:v>
                </c:pt>
                <c:pt idx="10">
                  <c:v>ноя23</c:v>
                </c:pt>
                <c:pt idx="11">
                  <c:v>дек23</c:v>
                </c:pt>
                <c:pt idx="12">
                  <c:v>янв24</c:v>
                </c:pt>
                <c:pt idx="13">
                  <c:v>фев24</c:v>
                </c:pt>
                <c:pt idx="14">
                  <c:v>мар24</c:v>
                </c:pt>
                <c:pt idx="15">
                  <c:v>апр24</c:v>
                </c:pt>
                <c:pt idx="16">
                  <c:v>май24</c:v>
                </c:pt>
                <c:pt idx="17">
                  <c:v>июн24</c:v>
                </c:pt>
                <c:pt idx="18">
                  <c:v>июл24</c:v>
                </c:pt>
                <c:pt idx="19">
                  <c:v>авг24</c:v>
                </c:pt>
                <c:pt idx="20">
                  <c:v>сен24</c:v>
                </c:pt>
                <c:pt idx="21">
                  <c:v>окт24</c:v>
                </c:pt>
                <c:pt idx="22">
                  <c:v>ноя24</c:v>
                </c:pt>
                <c:pt idx="23">
                  <c:v>дек24</c:v>
                </c:pt>
              </c:strCache>
            </c:strRef>
          </c:cat>
          <c:val>
            <c:numRef>
              <c:f>'Chart Data'!$D$2:$D$25</c:f>
              <c:numCache>
                <c:formatCode>0"%"</c:formatCode>
                <c:ptCount val="24"/>
                <c:pt idx="0">
                  <c:v>8.16542152383253</c:v>
                </c:pt>
                <c:pt idx="1">
                  <c:v>8.26330090399852</c:v>
                </c:pt>
                <c:pt idx="2">
                  <c:v>8.1092238335026</c:v>
                </c:pt>
                <c:pt idx="3">
                  <c:v>7.29728749032786</c:v>
                </c:pt>
                <c:pt idx="4">
                  <c:v>6.82754589575689</c:v>
                </c:pt>
                <c:pt idx="5">
                  <c:v>6.44137798942198</c:v>
                </c:pt>
                <c:pt idx="6">
                  <c:v>6.18231662375187</c:v>
                </c:pt>
                <c:pt idx="7">
                  <c:v>6.68388600299015</c:v>
                </c:pt>
                <c:pt idx="8">
                  <c:v>7.06133330441194</c:v>
                </c:pt>
                <c:pt idx="9">
                  <c:v>7.16106397109444</c:v>
                </c:pt>
                <c:pt idx="10">
                  <c:v>6.96041774103444</c:v>
                </c:pt>
                <c:pt idx="11">
                  <c:v>6.30195197829493</c:v>
                </c:pt>
                <c:pt idx="12">
                  <c:v>7.51343297025706</c:v>
                </c:pt>
                <c:pt idx="13">
                  <c:v>7.39227492195862</c:v>
                </c:pt>
                <c:pt idx="14">
                  <c:v>7.05329140161129</c:v>
                </c:pt>
                <c:pt idx="15">
                  <c:v>6.91091539547924</c:v>
                </c:pt>
                <c:pt idx="16">
                  <c:v>6.32226780538916</c:v>
                </c:pt>
                <c:pt idx="17">
                  <c:v>5.8353192471437</c:v>
                </c:pt>
                <c:pt idx="18">
                  <c:v>5.90517437216238</c:v>
                </c:pt>
                <c:pt idx="19">
                  <c:v>6.06331871851169</c:v>
                </c:pt>
                <c:pt idx="20">
                  <c:v>6.84949637206925</c:v>
                </c:pt>
                <c:pt idx="21">
                  <c:v>7.01643597533341</c:v>
                </c:pt>
                <c:pt idx="22">
                  <c:v>6.70394394366493</c:v>
                </c:pt>
                <c:pt idx="23">
                  <c:v>5.85517953223321</c:v>
                </c:pt>
              </c:numCache>
            </c:numRef>
          </c:val>
          <c:smooth val="0"/>
        </c:ser>
        <c:ser>
          <c:idx val="2"/>
          <c:order val="2"/>
          <c:tx>
            <c:v>Маркетплейсы</c:v>
          </c:tx>
          <c:spPr>
            <a:ln xmlns:a="http://schemas.openxmlformats.org/drawingml/2006/main" w="28575">
              <a:solidFill>
                <a:srgbClr val="CA9643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CA9643"/>
              </a:solidFill>
            </c:spPr>
          </c:marker>
          <c:cat>
            <c:strRef>
              <c:f>'Chart Data'!$E$2:$E$25</c:f>
              <c:strCache>
                <c:ptCount val="24"/>
                <c:pt idx="0">
                  <c:v>янв23</c:v>
                </c:pt>
                <c:pt idx="1">
                  <c:v>фев23</c:v>
                </c:pt>
                <c:pt idx="2">
                  <c:v>мар23</c:v>
                </c:pt>
                <c:pt idx="3">
                  <c:v>апр23</c:v>
                </c:pt>
                <c:pt idx="4">
                  <c:v>май23</c:v>
                </c:pt>
                <c:pt idx="5">
                  <c:v>июн23</c:v>
                </c:pt>
                <c:pt idx="6">
                  <c:v>июл23</c:v>
                </c:pt>
                <c:pt idx="7">
                  <c:v>авг23</c:v>
                </c:pt>
                <c:pt idx="8">
                  <c:v>сен23</c:v>
                </c:pt>
                <c:pt idx="9">
                  <c:v>окт23</c:v>
                </c:pt>
                <c:pt idx="10">
                  <c:v>ноя23</c:v>
                </c:pt>
                <c:pt idx="11">
                  <c:v>дек23</c:v>
                </c:pt>
                <c:pt idx="12">
                  <c:v>янв24</c:v>
                </c:pt>
                <c:pt idx="13">
                  <c:v>фев24</c:v>
                </c:pt>
                <c:pt idx="14">
                  <c:v>мар24</c:v>
                </c:pt>
                <c:pt idx="15">
                  <c:v>апр24</c:v>
                </c:pt>
                <c:pt idx="16">
                  <c:v>май24</c:v>
                </c:pt>
                <c:pt idx="17">
                  <c:v>июн24</c:v>
                </c:pt>
                <c:pt idx="18">
                  <c:v>июл24</c:v>
                </c:pt>
                <c:pt idx="19">
                  <c:v>авг24</c:v>
                </c:pt>
                <c:pt idx="20">
                  <c:v>сен24</c:v>
                </c:pt>
                <c:pt idx="21">
                  <c:v>окт24</c:v>
                </c:pt>
                <c:pt idx="22">
                  <c:v>ноя24</c:v>
                </c:pt>
                <c:pt idx="23">
                  <c:v>дек24</c:v>
                </c:pt>
              </c:strCache>
            </c:strRef>
          </c:cat>
          <c:val>
            <c:numRef>
              <c:f>'Chart Data'!$F$2:$F$25</c:f>
              <c:numCache>
                <c:formatCode>0"%"</c:formatCode>
                <c:ptCount val="24"/>
                <c:pt idx="0">
                  <c:v>13.4611928286248</c:v>
                </c:pt>
                <c:pt idx="1">
                  <c:v>14.3589111742848</c:v>
                </c:pt>
                <c:pt idx="2">
                  <c:v>14.8623204688257</c:v>
                </c:pt>
                <c:pt idx="3">
                  <c:v>14.3214759177725</c:v>
                </c:pt>
                <c:pt idx="4">
                  <c:v>14.5194826790381</c:v>
                </c:pt>
                <c:pt idx="5">
                  <c:v>14.5128973032516</c:v>
                </c:pt>
                <c:pt idx="6">
                  <c:v>15.1010556922575</c:v>
                </c:pt>
                <c:pt idx="7">
                  <c:v>15.9613689459709</c:v>
                </c:pt>
                <c:pt idx="8">
                  <c:v>17.139106292087</c:v>
                </c:pt>
                <c:pt idx="9">
                  <c:v>19.044366649587</c:v>
                </c:pt>
                <c:pt idx="10">
                  <c:v>22.221613666836</c:v>
                </c:pt>
                <c:pt idx="11">
                  <c:v>21.1459530099023</c:v>
                </c:pt>
                <c:pt idx="12">
                  <c:v>18.6741168678065</c:v>
                </c:pt>
                <c:pt idx="13">
                  <c:v>20.4084411246557</c:v>
                </c:pt>
                <c:pt idx="14">
                  <c:v>20.5643084065684</c:v>
                </c:pt>
                <c:pt idx="15">
                  <c:v>20.4042352059321</c:v>
                </c:pt>
                <c:pt idx="16">
                  <c:v>19.731050131918</c:v>
                </c:pt>
                <c:pt idx="17">
                  <c:v>19.8585327202806</c:v>
                </c:pt>
                <c:pt idx="18">
                  <c:v>20.1792326880075</c:v>
                </c:pt>
                <c:pt idx="19">
                  <c:v>22.2255085539449</c:v>
                </c:pt>
                <c:pt idx="20">
                  <c:v>22.7414840109035</c:v>
                </c:pt>
                <c:pt idx="21">
                  <c:v>24.1663847638145</c:v>
                </c:pt>
                <c:pt idx="22">
                  <c:v>26.1302921724062</c:v>
                </c:pt>
                <c:pt idx="23">
                  <c:v>26.3425020101128</c:v>
                </c:pt>
              </c:numCache>
            </c:numRef>
          </c:val>
          <c:smooth val="0"/>
        </c:ser>
        <c:ser>
          <c:idx val="3"/>
          <c:order val="3"/>
          <c:tx>
            <c:v>Общепит</c:v>
          </c:tx>
          <c:spPr>
            <a:ln xmlns:a="http://schemas.openxmlformats.org/drawingml/2006/main" w="28575">
              <a:solidFill>
                <a:srgbClr val="C16688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C16688"/>
              </a:solidFill>
            </c:spPr>
          </c:marker>
          <c:cat>
            <c:strRef>
              <c:f>'Chart Data'!$G$2:$G$25</c:f>
              <c:strCache>
                <c:ptCount val="24"/>
                <c:pt idx="0">
                  <c:v>янв23</c:v>
                </c:pt>
                <c:pt idx="1">
                  <c:v>фев23</c:v>
                </c:pt>
                <c:pt idx="2">
                  <c:v>мар23</c:v>
                </c:pt>
                <c:pt idx="3">
                  <c:v>апр23</c:v>
                </c:pt>
                <c:pt idx="4">
                  <c:v>май23</c:v>
                </c:pt>
                <c:pt idx="5">
                  <c:v>июн23</c:v>
                </c:pt>
                <c:pt idx="6">
                  <c:v>июл23</c:v>
                </c:pt>
                <c:pt idx="7">
                  <c:v>авг23</c:v>
                </c:pt>
                <c:pt idx="8">
                  <c:v>сен23</c:v>
                </c:pt>
                <c:pt idx="9">
                  <c:v>окт23</c:v>
                </c:pt>
                <c:pt idx="10">
                  <c:v>ноя23</c:v>
                </c:pt>
                <c:pt idx="11">
                  <c:v>дек23</c:v>
                </c:pt>
                <c:pt idx="12">
                  <c:v>янв24</c:v>
                </c:pt>
                <c:pt idx="13">
                  <c:v>фев24</c:v>
                </c:pt>
                <c:pt idx="14">
                  <c:v>мар24</c:v>
                </c:pt>
                <c:pt idx="15">
                  <c:v>апр24</c:v>
                </c:pt>
                <c:pt idx="16">
                  <c:v>май24</c:v>
                </c:pt>
                <c:pt idx="17">
                  <c:v>июн24</c:v>
                </c:pt>
                <c:pt idx="18">
                  <c:v>июл24</c:v>
                </c:pt>
                <c:pt idx="19">
                  <c:v>авг24</c:v>
                </c:pt>
                <c:pt idx="20">
                  <c:v>сен24</c:v>
                </c:pt>
                <c:pt idx="21">
                  <c:v>окт24</c:v>
                </c:pt>
                <c:pt idx="22">
                  <c:v>ноя24</c:v>
                </c:pt>
                <c:pt idx="23">
                  <c:v>дек24</c:v>
                </c:pt>
              </c:strCache>
            </c:strRef>
          </c:cat>
          <c:val>
            <c:numRef>
              <c:f>'Chart Data'!$H$2:$H$25</c:f>
              <c:numCache>
                <c:formatCode>0"%"</c:formatCode>
                <c:ptCount val="24"/>
                <c:pt idx="0">
                  <c:v>5.12504497398958</c:v>
                </c:pt>
                <c:pt idx="1">
                  <c:v>4.85704799857248</c:v>
                </c:pt>
                <c:pt idx="2">
                  <c:v>4.93681094314172</c:v>
                </c:pt>
                <c:pt idx="3">
                  <c:v>4.6240305613349</c:v>
                </c:pt>
                <c:pt idx="4">
                  <c:v>4.76649181304262</c:v>
                </c:pt>
                <c:pt idx="5">
                  <c:v>5.11302252429852</c:v>
                </c:pt>
                <c:pt idx="6">
                  <c:v>5.4974867778236</c:v>
                </c:pt>
                <c:pt idx="7">
                  <c:v>5.53671710605136</c:v>
                </c:pt>
                <c:pt idx="8">
                  <c:v>5.12003529590468</c:v>
                </c:pt>
                <c:pt idx="9">
                  <c:v>4.7207239609745</c:v>
                </c:pt>
                <c:pt idx="10">
                  <c:v>4.35707862460906</c:v>
                </c:pt>
                <c:pt idx="11">
                  <c:v>3.84125485152432</c:v>
                </c:pt>
                <c:pt idx="12">
                  <c:v>4.67816421956341</c:v>
                </c:pt>
                <c:pt idx="13">
                  <c:v>4.49972341251051</c:v>
                </c:pt>
                <c:pt idx="14">
                  <c:v>4.67621794745357</c:v>
                </c:pt>
                <c:pt idx="15">
                  <c:v>4.64953429134747</c:v>
                </c:pt>
                <c:pt idx="16">
                  <c:v>4.80394573681597</c:v>
                </c:pt>
                <c:pt idx="17">
                  <c:v>5.27420087943117</c:v>
                </c:pt>
                <c:pt idx="18">
                  <c:v>5.52004029442923</c:v>
                </c:pt>
                <c:pt idx="19">
                  <c:v>5.6728372933732</c:v>
                </c:pt>
                <c:pt idx="20">
                  <c:v>5.23295839273945</c:v>
                </c:pt>
                <c:pt idx="21">
                  <c:v>4.89748869464233</c:v>
                </c:pt>
                <c:pt idx="22">
                  <c:v>4.53292735235902</c:v>
                </c:pt>
                <c:pt idx="23">
                  <c:v>4.00589068785454</c:v>
                </c:pt>
              </c:numCache>
            </c:numRef>
          </c:val>
          <c:smooth val="0"/>
        </c:ser>
        <c:ser>
          <c:idx val="4"/>
          <c:order val="4"/>
          <c:tx>
            <c:v>Транспорт</c:v>
          </c:tx>
          <c:spPr>
            <a:ln xmlns:a="http://schemas.openxmlformats.org/drawingml/2006/main" w="28575">
              <a:solidFill>
                <a:srgbClr val="986940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986940"/>
              </a:solidFill>
            </c:spPr>
          </c:marker>
          <c:cat>
            <c:strRef>
              <c:f>'Chart Data'!$I$2:$I$25</c:f>
              <c:strCache>
                <c:ptCount val="24"/>
                <c:pt idx="0">
                  <c:v>янв23</c:v>
                </c:pt>
                <c:pt idx="1">
                  <c:v>фев23</c:v>
                </c:pt>
                <c:pt idx="2">
                  <c:v>мар23</c:v>
                </c:pt>
                <c:pt idx="3">
                  <c:v>апр23</c:v>
                </c:pt>
                <c:pt idx="4">
                  <c:v>май23</c:v>
                </c:pt>
                <c:pt idx="5">
                  <c:v>июн23</c:v>
                </c:pt>
                <c:pt idx="6">
                  <c:v>июл23</c:v>
                </c:pt>
                <c:pt idx="7">
                  <c:v>авг23</c:v>
                </c:pt>
                <c:pt idx="8">
                  <c:v>сен23</c:v>
                </c:pt>
                <c:pt idx="9">
                  <c:v>окт23</c:v>
                </c:pt>
                <c:pt idx="10">
                  <c:v>ноя23</c:v>
                </c:pt>
                <c:pt idx="11">
                  <c:v>дек23</c:v>
                </c:pt>
                <c:pt idx="12">
                  <c:v>янв24</c:v>
                </c:pt>
                <c:pt idx="13">
                  <c:v>фев24</c:v>
                </c:pt>
                <c:pt idx="14">
                  <c:v>мар24</c:v>
                </c:pt>
                <c:pt idx="15">
                  <c:v>апр24</c:v>
                </c:pt>
                <c:pt idx="16">
                  <c:v>май24</c:v>
                </c:pt>
                <c:pt idx="17">
                  <c:v>июн24</c:v>
                </c:pt>
                <c:pt idx="18">
                  <c:v>июл24</c:v>
                </c:pt>
                <c:pt idx="19">
                  <c:v>авг24</c:v>
                </c:pt>
                <c:pt idx="20">
                  <c:v>сен24</c:v>
                </c:pt>
                <c:pt idx="21">
                  <c:v>окт24</c:v>
                </c:pt>
                <c:pt idx="22">
                  <c:v>ноя24</c:v>
                </c:pt>
                <c:pt idx="23">
                  <c:v>дек24</c:v>
                </c:pt>
              </c:strCache>
            </c:strRef>
          </c:cat>
          <c:val>
            <c:numRef>
              <c:f>'Chart Data'!$J$2:$J$25</c:f>
              <c:numCache>
                <c:formatCode>0"%"</c:formatCode>
                <c:ptCount val="24"/>
                <c:pt idx="0">
                  <c:v>9.46429106835594</c:v>
                </c:pt>
                <c:pt idx="1">
                  <c:v>8.89454914181747</c:v>
                </c:pt>
                <c:pt idx="2">
                  <c:v>8.44265951183905</c:v>
                </c:pt>
                <c:pt idx="3">
                  <c:v>8.39174116122753</c:v>
                </c:pt>
                <c:pt idx="4">
                  <c:v>8.40522854915593</c:v>
                </c:pt>
                <c:pt idx="5">
                  <c:v>8.5866737992646</c:v>
                </c:pt>
                <c:pt idx="6">
                  <c:v>8.99509820595444</c:v>
                </c:pt>
                <c:pt idx="7">
                  <c:v>9.21898396316987</c:v>
                </c:pt>
                <c:pt idx="8">
                  <c:v>8.87070139714271</c:v>
                </c:pt>
                <c:pt idx="9">
                  <c:v>8.53794264430953</c:v>
                </c:pt>
                <c:pt idx="10">
                  <c:v>7.88449672157135</c:v>
                </c:pt>
                <c:pt idx="11">
                  <c:v>7.15082156437365</c:v>
                </c:pt>
                <c:pt idx="12">
                  <c:v>8.21228896457485</c:v>
                </c:pt>
                <c:pt idx="13">
                  <c:v>7.56598803872158</c:v>
                </c:pt>
                <c:pt idx="14">
                  <c:v>7.36359879451656</c:v>
                </c:pt>
                <c:pt idx="15">
                  <c:v>7.66892944304191</c:v>
                </c:pt>
                <c:pt idx="16">
                  <c:v>7.68628690784107</c:v>
                </c:pt>
                <c:pt idx="17">
                  <c:v>7.97846847743175</c:v>
                </c:pt>
                <c:pt idx="18">
                  <c:v>8.39081105461834</c:v>
                </c:pt>
                <c:pt idx="19">
                  <c:v>8.54432926795994</c:v>
                </c:pt>
                <c:pt idx="20">
                  <c:v>8.38301723778143</c:v>
                </c:pt>
                <c:pt idx="21">
                  <c:v>8.08074690723219</c:v>
                </c:pt>
                <c:pt idx="22">
                  <c:v>7.61471319013607</c:v>
                </c:pt>
                <c:pt idx="23">
                  <c:v>6.93429004303948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66272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7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1E6EB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15273A"/>
              </a:solidFill>
              <a:latin typeface="Helvetica Neue"/>
              <a:ea typeface="Helvetica Neue"/>
              <a:cs typeface="Helvetica Neue"/>
            </a:defRPr>
          </a:pPr>
        </a:p>
      </c:txPr>
    </c:legend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Исходные уровни</c:v>
          </c:tx>
          <c:spPr>
            <a:ln xmlns:a="http://schemas.openxmlformats.org/drawingml/2006/main" w="28575">
              <a:solidFill>
                <a:srgbClr val="3568A5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568A5"/>
              </a:solidFill>
            </c:spPr>
          </c:marker>
          <c:cat>
            <c:strRef>
              <c:f>'Chart Data'!$A$2:$A$22</c:f>
              <c:strCache>
                <c:ptCount val="21"/>
                <c:pt idx="0">
                  <c:v>апр23</c:v>
                </c:pt>
                <c:pt idx="1">
                  <c:v>май23</c:v>
                </c:pt>
                <c:pt idx="2">
                  <c:v>июн23</c:v>
                </c:pt>
                <c:pt idx="3">
                  <c:v>июл23</c:v>
                </c:pt>
                <c:pt idx="4">
                  <c:v>авг23</c:v>
                </c:pt>
                <c:pt idx="5">
                  <c:v>сен23</c:v>
                </c:pt>
                <c:pt idx="6">
                  <c:v>окт23</c:v>
                </c:pt>
                <c:pt idx="7">
                  <c:v>ноя23</c:v>
                </c:pt>
                <c:pt idx="8">
                  <c:v>дек23</c:v>
                </c:pt>
                <c:pt idx="9">
                  <c:v>янв24</c:v>
                </c:pt>
                <c:pt idx="10">
                  <c:v>фев24</c:v>
                </c:pt>
                <c:pt idx="11">
                  <c:v>мар24</c:v>
                </c:pt>
                <c:pt idx="12">
                  <c:v>апр24</c:v>
                </c:pt>
                <c:pt idx="13">
                  <c:v>май24</c:v>
                </c:pt>
                <c:pt idx="14">
                  <c:v>июн24</c:v>
                </c:pt>
                <c:pt idx="15">
                  <c:v>июл24</c:v>
                </c:pt>
                <c:pt idx="16">
                  <c:v>авг24</c:v>
                </c:pt>
                <c:pt idx="17">
                  <c:v>сен24</c:v>
                </c:pt>
                <c:pt idx="18">
                  <c:v>окт24</c:v>
                </c:pt>
                <c:pt idx="19">
                  <c:v>ноя24</c:v>
                </c:pt>
                <c:pt idx="20">
                  <c:v>дек24</c:v>
                </c:pt>
              </c:strCache>
            </c:strRef>
          </c:cat>
          <c:val>
            <c:numRef>
              <c:f>'Chart Data'!$B$2:$B$22</c:f>
              <c:numCache>
                <c:formatCode>0.0</c:formatCode>
                <c:ptCount val="21"/>
                <c:pt idx="0">
                  <c:v>0.336459786542713</c:v>
                </c:pt>
                <c:pt idx="1">
                  <c:v>0.852009534757595</c:v>
                </c:pt>
                <c:pt idx="2">
                  <c:v>0.803258336159675</c:v>
                </c:pt>
                <c:pt idx="3">
                  <c:v>0.761198823293151</c:v>
                </c:pt>
                <c:pt idx="4">
                  <c:v>0.811192665114234</c:v>
                </c:pt>
                <c:pt idx="5">
                  <c:v>0.640887504396474</c:v>
                </c:pt>
                <c:pt idx="6">
                  <c:v>0.397863754681298</c:v>
                </c:pt>
                <c:pt idx="7">
                  <c:v>0.363943250809215</c:v>
                </c:pt>
                <c:pt idx="8">
                  <c:v>0.424416893636793</c:v>
                </c:pt>
                <c:pt idx="9">
                  <c:v>0.580035036613872</c:v>
                </c:pt>
                <c:pt idx="10">
                  <c:v>0.824949980742353</c:v>
                </c:pt>
                <c:pt idx="11">
                  <c:v>0.866254552450756</c:v>
                </c:pt>
                <c:pt idx="12">
                  <c:v>0.686948458784073</c:v>
                </c:pt>
                <c:pt idx="13">
                  <c:v>0.838141407675054</c:v>
                </c:pt>
                <c:pt idx="14">
                  <c:v>0.807218625195847</c:v>
                </c:pt>
                <c:pt idx="15">
                  <c:v>0.893113600877849</c:v>
                </c:pt>
                <c:pt idx="16">
                  <c:v>0.877390200031915</c:v>
                </c:pt>
                <c:pt idx="17">
                  <c:v>0.805651686388564</c:v>
                </c:pt>
                <c:pt idx="18">
                  <c:v>0.766611123820075</c:v>
                </c:pt>
                <c:pt idx="19">
                  <c:v>0.908284065459587</c:v>
                </c:pt>
                <c:pt idx="20">
                  <c:v>0.808734254374374</c:v>
                </c:pt>
              </c:numCache>
            </c:numRef>
          </c:val>
          <c:smooth val="0"/>
        </c:ser>
        <c:ser>
          <c:idx val="1"/>
          <c:order val="1"/>
          <c:tx>
            <c:v>Среднее за 3 месяца</c:v>
          </c:tx>
          <c:spPr>
            <a:ln xmlns:a="http://schemas.openxmlformats.org/drawingml/2006/main" w="28575">
              <a:solidFill>
                <a:srgbClr val="CA9643"/>
              </a:solidFill>
              <a:prstDash val="dash"/>
            </a:ln>
          </c:spPr>
          <c:marker>
            <c:symbol val="square"/>
            <c:size val="5"/>
            <c:spPr>
              <a:solidFill xmlns:a="http://schemas.openxmlformats.org/drawingml/2006/main">
                <a:srgbClr val="CA9643"/>
              </a:solidFill>
            </c:spPr>
          </c:marker>
          <c:cat>
            <c:strRef>
              <c:f>'Chart Data'!$C$2:$C$22</c:f>
              <c:strCache>
                <c:ptCount val="21"/>
                <c:pt idx="0">
                  <c:v>апр23</c:v>
                </c:pt>
                <c:pt idx="1">
                  <c:v>май23</c:v>
                </c:pt>
                <c:pt idx="2">
                  <c:v>июн23</c:v>
                </c:pt>
                <c:pt idx="3">
                  <c:v>июл23</c:v>
                </c:pt>
                <c:pt idx="4">
                  <c:v>авг23</c:v>
                </c:pt>
                <c:pt idx="5">
                  <c:v>сен23</c:v>
                </c:pt>
                <c:pt idx="6">
                  <c:v>окт23</c:v>
                </c:pt>
                <c:pt idx="7">
                  <c:v>ноя23</c:v>
                </c:pt>
                <c:pt idx="8">
                  <c:v>дек23</c:v>
                </c:pt>
                <c:pt idx="9">
                  <c:v>янв24</c:v>
                </c:pt>
                <c:pt idx="10">
                  <c:v>фев24</c:v>
                </c:pt>
                <c:pt idx="11">
                  <c:v>мар24</c:v>
                </c:pt>
                <c:pt idx="12">
                  <c:v>апр24</c:v>
                </c:pt>
                <c:pt idx="13">
                  <c:v>май24</c:v>
                </c:pt>
                <c:pt idx="14">
                  <c:v>июн24</c:v>
                </c:pt>
                <c:pt idx="15">
                  <c:v>июл24</c:v>
                </c:pt>
                <c:pt idx="16">
                  <c:v>авг24</c:v>
                </c:pt>
                <c:pt idx="17">
                  <c:v>сен24</c:v>
                </c:pt>
                <c:pt idx="18">
                  <c:v>окт24</c:v>
                </c:pt>
                <c:pt idx="19">
                  <c:v>ноя24</c:v>
                </c:pt>
                <c:pt idx="20">
                  <c:v>дек24</c:v>
                </c:pt>
              </c:strCache>
            </c:strRef>
          </c:cat>
          <c:val>
            <c:numRef>
              <c:f>'Chart Data'!$D$2:$D$22</c:f>
              <c:numCache>
                <c:formatCode>0.0</c:formatCode>
                <c:ptCount val="21"/>
                <c:pt idx="0">
                  <c:v>0.841165468352781</c:v>
                </c:pt>
                <c:pt idx="1">
                  <c:v>0.786487984280577</c:v>
                </c:pt>
                <c:pt idx="2">
                  <c:v>0.592997542741341</c:v>
                </c:pt>
                <c:pt idx="3">
                  <c:v>0.927282167730014</c:v>
                </c:pt>
                <c:pt idx="4">
                  <c:v>0.941743740281334</c:v>
                </c:pt>
                <c:pt idx="5">
                  <c:v>0.940013341602517</c:v>
                </c:pt>
                <c:pt idx="6">
                  <c:v>0.928260262350952</c:v>
                </c:pt>
                <c:pt idx="7">
                  <c:v>0.770335653684883</c:v>
                </c:pt>
                <c:pt idx="8">
                  <c:v>0.602313445816155</c:v>
                </c:pt>
                <c:pt idx="9">
                  <c:v>0.807077568073755</c:v>
                </c:pt>
                <c:pt idx="10">
                  <c:v>0.924321000493645</c:v>
                </c:pt>
                <c:pt idx="11">
                  <c:v>0.92895233427621</c:v>
                </c:pt>
                <c:pt idx="12">
                  <c:v>0.904869208882306</c:v>
                </c:pt>
                <c:pt idx="13">
                  <c:v>0.731112207196374</c:v>
                </c:pt>
                <c:pt idx="14">
                  <c:v>0.930525641771876</c:v>
                </c:pt>
                <c:pt idx="15">
                  <c:v>0.933858890940914</c:v>
                </c:pt>
                <c:pt idx="16">
                  <c:v>0.930358523021735</c:v>
                </c:pt>
                <c:pt idx="17">
                  <c:v>0.956894419067224</c:v>
                </c:pt>
                <c:pt idx="18">
                  <c:v>0.936835848099413</c:v>
                </c:pt>
                <c:pt idx="19">
                  <c:v>0.912103495634962</c:v>
                </c:pt>
                <c:pt idx="20">
                  <c:v>0.88109441785815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66272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1E6EB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5273A"/>
              </a:solidFill>
              <a:latin typeface="Helvetica Neue"/>
              <a:ea typeface="Helvetica Neue"/>
              <a:cs typeface="Helvetica Neue"/>
            </a:defRPr>
          </a:pPr>
        </a:p>
      </c:txPr>
    </c:legend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SW</c:v>
          </c:tx>
          <c:spPr>
            <a:solidFill xmlns:a="http://schemas.openxmlformats.org/drawingml/2006/main">
              <a:srgbClr val="3568A5"/>
            </a:solidFill>
          </c:spPr>
          <c:cat>
            <c:strRef>
              <c:f>'Chart Data'!$A$2:$A$4</c:f>
              <c:strCache>
                <c:ptCount val="3"/>
                <c:pt idx="0">
                  <c:v>Хеллингер</c:v>
                </c:pt>
                <c:pt idx="1">
                  <c:v>Косинусная</c:v>
                </c:pt>
                <c:pt idx="2">
                  <c:v>Дорожная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0.320398964967729</c:v>
                </c:pt>
                <c:pt idx="1">
                  <c:v>0.218847124533684</c:v>
                </c:pt>
                <c:pt idx="2">
                  <c:v>0.0035781236136057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15273A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5273A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0.4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1E6EB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Spearman ρ</c:v>
          </c:tx>
          <c:spPr>
            <a:solidFill xmlns:a="http://schemas.openxmlformats.org/drawingml/2006/main">
              <a:srgbClr val="3568A5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Продовольствие</c:v>
                </c:pt>
                <c:pt idx="1">
                  <c:v>Здоровье</c:v>
                </c:pt>
                <c:pt idx="2">
                  <c:v>Маркетплейсы</c:v>
                </c:pt>
                <c:pt idx="3">
                  <c:v>Общепит</c:v>
                </c:pt>
                <c:pt idx="4">
                  <c:v>Транспорт</c:v>
                </c:pt>
              </c:strCache>
            </c:strRef>
          </c:cat>
          <c:val>
            <c:numRef>
              <c:f>'Chart Data'!$B$2:$B$6</c:f>
              <c:numCache>
                <c:formatCode>0.0</c:formatCode>
                <c:ptCount val="5"/>
                <c:pt idx="0">
                  <c:v>-0.549181904161881</c:v>
                </c:pt>
                <c:pt idx="1">
                  <c:v>0.462780391801033</c:v>
                </c:pt>
                <c:pt idx="2">
                  <c:v>0.225181173175973</c:v>
                </c:pt>
                <c:pt idx="3">
                  <c:v>0.253256322211727</c:v>
                </c:pt>
                <c:pt idx="4">
                  <c:v>0.214637260813997</c:v>
                </c:pt>
              </c:numCache>
            </c:numRef>
          </c:val>
        </c:ser>
        <c:dLbls>
          <c:numFmt formatCode="+0.000;-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5273A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5273A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-1"/>
        </c:scaling>
        <c:delete val="0"/>
        <c:axPos val="b"/>
        <c:majorGridlines>
          <c:spPr>
            <a:ln xmlns:a="http://schemas.openxmlformats.org/drawingml/2006/main" w="9525">
              <a:solidFill>
                <a:srgbClr val="E1E6EB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Группа 1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3"/>
            <c:spPr>
              <a:solidFill xmlns:a="http://schemas.openxmlformats.org/drawingml/2006/main">
                <a:srgbClr val="3568A5"/>
              </a:solidFill>
            </c:spPr>
          </c:marker>
          <c:xVal>
            <c:numRef>
              <c:f>'Chart Data'!$A$2:$A$1094</c:f>
              <c:numCache>
                <c:formatCode>General</c:formatCode>
                <c:ptCount val="1093"/>
                <c:pt idx="0">
                  <c:v>-0.072989</c:v>
                </c:pt>
                <c:pt idx="1">
                  <c:v>-0.056891</c:v>
                </c:pt>
                <c:pt idx="2">
                  <c:v>-0.044867</c:v>
                </c:pt>
                <c:pt idx="3">
                  <c:v>-0.078984</c:v>
                </c:pt>
                <c:pt idx="4">
                  <c:v>-0.016428</c:v>
                </c:pt>
                <c:pt idx="5">
                  <c:v>-0.030118</c:v>
                </c:pt>
                <c:pt idx="6">
                  <c:v>-0.036842</c:v>
                </c:pt>
                <c:pt idx="7">
                  <c:v>-0.096679</c:v>
                </c:pt>
                <c:pt idx="8">
                  <c:v>-0.061323</c:v>
                </c:pt>
                <c:pt idx="9">
                  <c:v>-0.054449</c:v>
                </c:pt>
                <c:pt idx="10">
                  <c:v>-0.07434</c:v>
                </c:pt>
                <c:pt idx="11">
                  <c:v>-0.055349</c:v>
                </c:pt>
                <c:pt idx="12">
                  <c:v>-0.050794</c:v>
                </c:pt>
                <c:pt idx="13">
                  <c:v>-0.066448</c:v>
                </c:pt>
                <c:pt idx="14">
                  <c:v>-0.051045</c:v>
                </c:pt>
                <c:pt idx="15">
                  <c:v>-0.054703</c:v>
                </c:pt>
                <c:pt idx="16">
                  <c:v>-0.054529</c:v>
                </c:pt>
                <c:pt idx="17">
                  <c:v>-0.065463</c:v>
                </c:pt>
                <c:pt idx="18">
                  <c:v>-0.055934</c:v>
                </c:pt>
                <c:pt idx="19">
                  <c:v>-0.049731</c:v>
                </c:pt>
                <c:pt idx="20">
                  <c:v>-0.054345</c:v>
                </c:pt>
                <c:pt idx="21">
                  <c:v>-0.072271</c:v>
                </c:pt>
                <c:pt idx="22">
                  <c:v>-0.062772</c:v>
                </c:pt>
                <c:pt idx="23">
                  <c:v>0.017064</c:v>
                </c:pt>
                <c:pt idx="24">
                  <c:v>-0.026698</c:v>
                </c:pt>
                <c:pt idx="25">
                  <c:v>-0.104875</c:v>
                </c:pt>
                <c:pt idx="26">
                  <c:v>-0.131011</c:v>
                </c:pt>
                <c:pt idx="27">
                  <c:v>-0.042293</c:v>
                </c:pt>
                <c:pt idx="28">
                  <c:v>-0.055994</c:v>
                </c:pt>
                <c:pt idx="29">
                  <c:v>-0.089789</c:v>
                </c:pt>
                <c:pt idx="30">
                  <c:v>0.011796</c:v>
                </c:pt>
                <c:pt idx="31">
                  <c:v>-0.00268</c:v>
                </c:pt>
                <c:pt idx="32">
                  <c:v>-0.091004</c:v>
                </c:pt>
                <c:pt idx="33">
                  <c:v>-0.072209</c:v>
                </c:pt>
                <c:pt idx="34">
                  <c:v>-0.081777</c:v>
                </c:pt>
                <c:pt idx="35">
                  <c:v>-0.027673</c:v>
                </c:pt>
                <c:pt idx="36">
                  <c:v>-0.054619</c:v>
                </c:pt>
                <c:pt idx="37">
                  <c:v>-0.082992</c:v>
                </c:pt>
                <c:pt idx="38">
                  <c:v>-0.077344</c:v>
                </c:pt>
                <c:pt idx="39">
                  <c:v>-0.091033</c:v>
                </c:pt>
                <c:pt idx="40">
                  <c:v>-0.085992</c:v>
                </c:pt>
                <c:pt idx="41">
                  <c:v>-0.037474</c:v>
                </c:pt>
                <c:pt idx="42">
                  <c:v>-0.094195</c:v>
                </c:pt>
                <c:pt idx="43">
                  <c:v>-0.091034</c:v>
                </c:pt>
                <c:pt idx="44">
                  <c:v>-0.067136</c:v>
                </c:pt>
                <c:pt idx="45">
                  <c:v>-0.103833</c:v>
                </c:pt>
                <c:pt idx="46">
                  <c:v>-0.071847</c:v>
                </c:pt>
                <c:pt idx="47">
                  <c:v>-0.087896</c:v>
                </c:pt>
                <c:pt idx="48">
                  <c:v>-0.073067</c:v>
                </c:pt>
                <c:pt idx="49">
                  <c:v>-0.126448</c:v>
                </c:pt>
                <c:pt idx="50">
                  <c:v>-0.133198</c:v>
                </c:pt>
                <c:pt idx="51">
                  <c:v>-0.104559</c:v>
                </c:pt>
                <c:pt idx="52">
                  <c:v>-0.034556</c:v>
                </c:pt>
                <c:pt idx="53">
                  <c:v>-0.107636</c:v>
                </c:pt>
                <c:pt idx="54">
                  <c:v>-0.116116</c:v>
                </c:pt>
                <c:pt idx="55">
                  <c:v>-0.092151</c:v>
                </c:pt>
                <c:pt idx="56">
                  <c:v>-0.085163</c:v>
                </c:pt>
                <c:pt idx="57">
                  <c:v>-0.096438</c:v>
                </c:pt>
                <c:pt idx="58">
                  <c:v>-0.014995</c:v>
                </c:pt>
                <c:pt idx="59">
                  <c:v>-0.063559</c:v>
                </c:pt>
                <c:pt idx="60">
                  <c:v>-0.046522</c:v>
                </c:pt>
                <c:pt idx="61">
                  <c:v>-0.046332</c:v>
                </c:pt>
                <c:pt idx="62">
                  <c:v>-0.109291</c:v>
                </c:pt>
                <c:pt idx="63">
                  <c:v>-0.094051</c:v>
                </c:pt>
                <c:pt idx="64">
                  <c:v>-0.09303</c:v>
                </c:pt>
                <c:pt idx="65">
                  <c:v>-0.091414</c:v>
                </c:pt>
                <c:pt idx="66">
                  <c:v>-0.084317</c:v>
                </c:pt>
                <c:pt idx="67">
                  <c:v>-0.126062</c:v>
                </c:pt>
                <c:pt idx="68">
                  <c:v>-0.091893</c:v>
                </c:pt>
                <c:pt idx="69">
                  <c:v>-0.04018</c:v>
                </c:pt>
                <c:pt idx="70">
                  <c:v>-0.044185</c:v>
                </c:pt>
                <c:pt idx="71">
                  <c:v>-0.126709</c:v>
                </c:pt>
                <c:pt idx="72">
                  <c:v>-0.088378</c:v>
                </c:pt>
                <c:pt idx="73">
                  <c:v>-0.06439</c:v>
                </c:pt>
                <c:pt idx="74">
                  <c:v>-0.08025</c:v>
                </c:pt>
                <c:pt idx="75">
                  <c:v>-0.146909</c:v>
                </c:pt>
                <c:pt idx="76">
                  <c:v>-0.107444</c:v>
                </c:pt>
                <c:pt idx="77">
                  <c:v>-0.098531</c:v>
                </c:pt>
                <c:pt idx="78">
                  <c:v>-0.06073</c:v>
                </c:pt>
                <c:pt idx="79">
                  <c:v>-0.087455</c:v>
                </c:pt>
                <c:pt idx="80">
                  <c:v>-0.143303</c:v>
                </c:pt>
                <c:pt idx="81">
                  <c:v>-0.091841</c:v>
                </c:pt>
                <c:pt idx="82">
                  <c:v>-0.045539</c:v>
                </c:pt>
                <c:pt idx="83">
                  <c:v>-0.035258</c:v>
                </c:pt>
                <c:pt idx="84">
                  <c:v>-0.092387</c:v>
                </c:pt>
                <c:pt idx="85">
                  <c:v>-0.119686</c:v>
                </c:pt>
                <c:pt idx="86">
                  <c:v>-0.071725</c:v>
                </c:pt>
                <c:pt idx="87">
                  <c:v>-0.098523</c:v>
                </c:pt>
                <c:pt idx="88">
                  <c:v>-0.087591</c:v>
                </c:pt>
                <c:pt idx="89">
                  <c:v>-0.062319</c:v>
                </c:pt>
                <c:pt idx="90">
                  <c:v>-0.078307</c:v>
                </c:pt>
                <c:pt idx="91">
                  <c:v>-0.078182</c:v>
                </c:pt>
                <c:pt idx="92">
                  <c:v>-0.074703</c:v>
                </c:pt>
                <c:pt idx="93">
                  <c:v>-0.058058</c:v>
                </c:pt>
                <c:pt idx="94">
                  <c:v>-0.048848</c:v>
                </c:pt>
                <c:pt idx="95">
                  <c:v>-0.066522</c:v>
                </c:pt>
                <c:pt idx="96">
                  <c:v>-0.070668</c:v>
                </c:pt>
                <c:pt idx="97">
                  <c:v>-0.110327</c:v>
                </c:pt>
                <c:pt idx="98">
                  <c:v>-0.050131</c:v>
                </c:pt>
                <c:pt idx="99">
                  <c:v>-0.042031</c:v>
                </c:pt>
                <c:pt idx="100">
                  <c:v>-0.036234</c:v>
                </c:pt>
                <c:pt idx="101">
                  <c:v>-0.084628</c:v>
                </c:pt>
                <c:pt idx="102">
                  <c:v>-0.066881</c:v>
                </c:pt>
                <c:pt idx="103">
                  <c:v>-0.065599</c:v>
                </c:pt>
                <c:pt idx="104">
                  <c:v>-0.066332</c:v>
                </c:pt>
                <c:pt idx="105">
                  <c:v>-0.043707</c:v>
                </c:pt>
                <c:pt idx="106">
                  <c:v>-0.036807</c:v>
                </c:pt>
                <c:pt idx="107">
                  <c:v>-0.076467</c:v>
                </c:pt>
                <c:pt idx="108">
                  <c:v>-0.064423</c:v>
                </c:pt>
                <c:pt idx="109">
                  <c:v>-0.052291</c:v>
                </c:pt>
                <c:pt idx="110">
                  <c:v>-0.105434</c:v>
                </c:pt>
                <c:pt idx="111">
                  <c:v>-0.067442</c:v>
                </c:pt>
                <c:pt idx="112">
                  <c:v>-0.044748</c:v>
                </c:pt>
                <c:pt idx="113">
                  <c:v>-0.107329</c:v>
                </c:pt>
                <c:pt idx="114">
                  <c:v>-0.073851</c:v>
                </c:pt>
                <c:pt idx="115">
                  <c:v>-0.057523</c:v>
                </c:pt>
                <c:pt idx="116">
                  <c:v>-0.081454</c:v>
                </c:pt>
                <c:pt idx="117">
                  <c:v>-0.066199</c:v>
                </c:pt>
                <c:pt idx="118">
                  <c:v>-0.097491</c:v>
                </c:pt>
                <c:pt idx="119">
                  <c:v>-0.051818</c:v>
                </c:pt>
                <c:pt idx="120">
                  <c:v>-0.124475</c:v>
                </c:pt>
                <c:pt idx="121">
                  <c:v>-0.055206</c:v>
                </c:pt>
                <c:pt idx="122">
                  <c:v>-0.061359</c:v>
                </c:pt>
                <c:pt idx="123">
                  <c:v>-0.079986</c:v>
                </c:pt>
                <c:pt idx="124">
                  <c:v>-0.074026</c:v>
                </c:pt>
                <c:pt idx="125">
                  <c:v>-0.042991</c:v>
                </c:pt>
                <c:pt idx="126">
                  <c:v>-0.134608</c:v>
                </c:pt>
                <c:pt idx="127">
                  <c:v>-0.126786</c:v>
                </c:pt>
                <c:pt idx="128">
                  <c:v>-0.079627</c:v>
                </c:pt>
                <c:pt idx="129">
                  <c:v>-0.068601</c:v>
                </c:pt>
                <c:pt idx="130">
                  <c:v>-0.05238</c:v>
                </c:pt>
                <c:pt idx="131">
                  <c:v>-0.0579</c:v>
                </c:pt>
                <c:pt idx="132">
                  <c:v>-0.030208</c:v>
                </c:pt>
                <c:pt idx="133">
                  <c:v>-0.096653</c:v>
                </c:pt>
                <c:pt idx="134">
                  <c:v>-0.044664</c:v>
                </c:pt>
                <c:pt idx="135">
                  <c:v>-0.101302</c:v>
                </c:pt>
                <c:pt idx="136">
                  <c:v>-0.101223</c:v>
                </c:pt>
                <c:pt idx="137">
                  <c:v>-0.078492</c:v>
                </c:pt>
                <c:pt idx="138">
                  <c:v>-0.059806</c:v>
                </c:pt>
                <c:pt idx="139">
                  <c:v>-0.043031</c:v>
                </c:pt>
                <c:pt idx="140">
                  <c:v>-0.097933</c:v>
                </c:pt>
                <c:pt idx="141">
                  <c:v>-0.084957</c:v>
                </c:pt>
                <c:pt idx="142">
                  <c:v>-0.046961</c:v>
                </c:pt>
                <c:pt idx="143">
                  <c:v>-0.140479</c:v>
                </c:pt>
                <c:pt idx="144">
                  <c:v>-0.057734</c:v>
                </c:pt>
                <c:pt idx="145">
                  <c:v>-0.119009</c:v>
                </c:pt>
                <c:pt idx="146">
                  <c:v>-0.081054</c:v>
                </c:pt>
                <c:pt idx="147">
                  <c:v>-0.086523</c:v>
                </c:pt>
                <c:pt idx="148">
                  <c:v>-0.037594</c:v>
                </c:pt>
                <c:pt idx="149">
                  <c:v>-0.033612</c:v>
                </c:pt>
                <c:pt idx="150">
                  <c:v>-0.097415</c:v>
                </c:pt>
                <c:pt idx="151">
                  <c:v>-0.125143</c:v>
                </c:pt>
                <c:pt idx="152">
                  <c:v>-0.057388</c:v>
                </c:pt>
                <c:pt idx="153">
                  <c:v>-0.080062</c:v>
                </c:pt>
                <c:pt idx="154">
                  <c:v>-0.077523</c:v>
                </c:pt>
                <c:pt idx="155">
                  <c:v>-0.110786</c:v>
                </c:pt>
                <c:pt idx="156">
                  <c:v>-0.082797</c:v>
                </c:pt>
                <c:pt idx="157">
                  <c:v>-0.095374</c:v>
                </c:pt>
                <c:pt idx="158">
                  <c:v>-0.071915</c:v>
                </c:pt>
                <c:pt idx="159">
                  <c:v>-0.126893</c:v>
                </c:pt>
                <c:pt idx="160">
                  <c:v>-0.100412</c:v>
                </c:pt>
                <c:pt idx="161">
                  <c:v>-0.095039</c:v>
                </c:pt>
                <c:pt idx="162">
                  <c:v>-0.104796</c:v>
                </c:pt>
                <c:pt idx="163">
                  <c:v>-0.060292</c:v>
                </c:pt>
                <c:pt idx="164">
                  <c:v>-0.114953</c:v>
                </c:pt>
                <c:pt idx="165">
                  <c:v>-0.104973</c:v>
                </c:pt>
                <c:pt idx="166">
                  <c:v>-0.051703</c:v>
                </c:pt>
                <c:pt idx="167">
                  <c:v>-0.124277</c:v>
                </c:pt>
                <c:pt idx="168">
                  <c:v>-0.036723</c:v>
                </c:pt>
                <c:pt idx="169">
                  <c:v>-0.074718</c:v>
                </c:pt>
                <c:pt idx="170">
                  <c:v>-0.06004</c:v>
                </c:pt>
                <c:pt idx="171">
                  <c:v>-0.118954</c:v>
                </c:pt>
                <c:pt idx="172">
                  <c:v>-0.145658</c:v>
                </c:pt>
                <c:pt idx="173">
                  <c:v>-0.082222</c:v>
                </c:pt>
                <c:pt idx="174">
                  <c:v>-0.051714</c:v>
                </c:pt>
                <c:pt idx="175">
                  <c:v>-0.135544</c:v>
                </c:pt>
                <c:pt idx="176">
                  <c:v>-0.081138</c:v>
                </c:pt>
                <c:pt idx="177">
                  <c:v>-0.142285</c:v>
                </c:pt>
                <c:pt idx="178">
                  <c:v>-0.144468</c:v>
                </c:pt>
                <c:pt idx="179">
                  <c:v>-0.125545</c:v>
                </c:pt>
                <c:pt idx="180">
                  <c:v>-0.059425</c:v>
                </c:pt>
                <c:pt idx="181">
                  <c:v>-0.08341</c:v>
                </c:pt>
                <c:pt idx="182">
                  <c:v>-0.102298</c:v>
                </c:pt>
                <c:pt idx="183">
                  <c:v>-0.128847</c:v>
                </c:pt>
                <c:pt idx="184">
                  <c:v>-0.100657</c:v>
                </c:pt>
                <c:pt idx="185">
                  <c:v>-0.06693</c:v>
                </c:pt>
                <c:pt idx="186">
                  <c:v>-0.130581</c:v>
                </c:pt>
                <c:pt idx="187">
                  <c:v>-0.135994</c:v>
                </c:pt>
                <c:pt idx="188">
                  <c:v>-0.059726</c:v>
                </c:pt>
                <c:pt idx="189">
                  <c:v>-0.093481</c:v>
                </c:pt>
                <c:pt idx="190">
                  <c:v>-0.073639</c:v>
                </c:pt>
                <c:pt idx="191">
                  <c:v>-0.071637</c:v>
                </c:pt>
                <c:pt idx="192">
                  <c:v>-0.109763</c:v>
                </c:pt>
                <c:pt idx="193">
                  <c:v>-0.058181</c:v>
                </c:pt>
                <c:pt idx="194">
                  <c:v>-0.084367</c:v>
                </c:pt>
                <c:pt idx="195">
                  <c:v>-0.055876</c:v>
                </c:pt>
                <c:pt idx="196">
                  <c:v>-0.066503</c:v>
                </c:pt>
                <c:pt idx="197">
                  <c:v>-0.090451</c:v>
                </c:pt>
                <c:pt idx="198">
                  <c:v>-0.092891</c:v>
                </c:pt>
                <c:pt idx="199">
                  <c:v>-0.092592</c:v>
                </c:pt>
                <c:pt idx="200">
                  <c:v>-0.110723</c:v>
                </c:pt>
                <c:pt idx="201">
                  <c:v>-0.091138</c:v>
                </c:pt>
                <c:pt idx="202">
                  <c:v>-0.067662</c:v>
                </c:pt>
                <c:pt idx="203">
                  <c:v>-0.111256</c:v>
                </c:pt>
                <c:pt idx="204">
                  <c:v>-0.074011</c:v>
                </c:pt>
                <c:pt idx="205">
                  <c:v>-0.098785</c:v>
                </c:pt>
                <c:pt idx="206">
                  <c:v>-0.059767</c:v>
                </c:pt>
                <c:pt idx="207">
                  <c:v>-0.055677</c:v>
                </c:pt>
                <c:pt idx="208">
                  <c:v>-0.096348</c:v>
                </c:pt>
                <c:pt idx="209">
                  <c:v>-0.140796</c:v>
                </c:pt>
                <c:pt idx="210">
                  <c:v>-0.065921</c:v>
                </c:pt>
                <c:pt idx="211">
                  <c:v>-0.094628</c:v>
                </c:pt>
                <c:pt idx="212">
                  <c:v>-0.07682</c:v>
                </c:pt>
                <c:pt idx="213">
                  <c:v>-0.101763</c:v>
                </c:pt>
                <c:pt idx="214">
                  <c:v>-0.11477</c:v>
                </c:pt>
                <c:pt idx="215">
                  <c:v>-0.063212</c:v>
                </c:pt>
                <c:pt idx="216">
                  <c:v>-0.086548</c:v>
                </c:pt>
                <c:pt idx="217">
                  <c:v>-0.093916</c:v>
                </c:pt>
                <c:pt idx="218">
                  <c:v>-0.086557</c:v>
                </c:pt>
                <c:pt idx="219">
                  <c:v>-0.06643</c:v>
                </c:pt>
                <c:pt idx="220">
                  <c:v>-0.104276</c:v>
                </c:pt>
                <c:pt idx="221">
                  <c:v>-0.065278</c:v>
                </c:pt>
                <c:pt idx="222">
                  <c:v>-0.133054</c:v>
                </c:pt>
                <c:pt idx="223">
                  <c:v>-0.092053</c:v>
                </c:pt>
                <c:pt idx="224">
                  <c:v>-0.083409</c:v>
                </c:pt>
                <c:pt idx="225">
                  <c:v>-0.107908</c:v>
                </c:pt>
                <c:pt idx="226">
                  <c:v>-0.066928</c:v>
                </c:pt>
                <c:pt idx="227">
                  <c:v>-0.127156</c:v>
                </c:pt>
                <c:pt idx="228">
                  <c:v>-0.088784</c:v>
                </c:pt>
                <c:pt idx="229">
                  <c:v>-0.125302</c:v>
                </c:pt>
                <c:pt idx="230">
                  <c:v>-0.152441</c:v>
                </c:pt>
                <c:pt idx="231">
                  <c:v>-0.071946</c:v>
                </c:pt>
                <c:pt idx="232">
                  <c:v>-0.120962</c:v>
                </c:pt>
                <c:pt idx="233">
                  <c:v>-0.112765</c:v>
                </c:pt>
                <c:pt idx="234">
                  <c:v>-0.10118</c:v>
                </c:pt>
                <c:pt idx="235">
                  <c:v>-0.108369</c:v>
                </c:pt>
                <c:pt idx="236">
                  <c:v>-0.07138</c:v>
                </c:pt>
                <c:pt idx="237">
                  <c:v>-0.096863</c:v>
                </c:pt>
                <c:pt idx="238">
                  <c:v>-0.053257</c:v>
                </c:pt>
                <c:pt idx="239">
                  <c:v>-0.10346</c:v>
                </c:pt>
                <c:pt idx="240">
                  <c:v>-0.135319</c:v>
                </c:pt>
                <c:pt idx="241">
                  <c:v>-0.097129</c:v>
                </c:pt>
                <c:pt idx="242">
                  <c:v>-0.054689</c:v>
                </c:pt>
                <c:pt idx="243">
                  <c:v>-0.071036</c:v>
                </c:pt>
                <c:pt idx="244">
                  <c:v>-0.096464</c:v>
                </c:pt>
                <c:pt idx="245">
                  <c:v>-0.101436</c:v>
                </c:pt>
                <c:pt idx="246">
                  <c:v>-0.065496</c:v>
                </c:pt>
                <c:pt idx="247">
                  <c:v>-0.089348</c:v>
                </c:pt>
                <c:pt idx="248">
                  <c:v>-0.098995</c:v>
                </c:pt>
                <c:pt idx="249">
                  <c:v>-0.097817</c:v>
                </c:pt>
                <c:pt idx="250">
                  <c:v>-0.095259</c:v>
                </c:pt>
                <c:pt idx="251">
                  <c:v>-0.091327</c:v>
                </c:pt>
                <c:pt idx="252">
                  <c:v>-0.078926</c:v>
                </c:pt>
                <c:pt idx="253">
                  <c:v>-0.129195</c:v>
                </c:pt>
                <c:pt idx="254">
                  <c:v>-0.1017</c:v>
                </c:pt>
                <c:pt idx="255">
                  <c:v>-0.119674</c:v>
                </c:pt>
                <c:pt idx="256">
                  <c:v>-0.095119</c:v>
                </c:pt>
                <c:pt idx="257">
                  <c:v>-0.117881</c:v>
                </c:pt>
                <c:pt idx="258">
                  <c:v>-0.109146</c:v>
                </c:pt>
                <c:pt idx="259">
                  <c:v>-0.128883</c:v>
                </c:pt>
                <c:pt idx="260">
                  <c:v>-0.111733</c:v>
                </c:pt>
                <c:pt idx="261">
                  <c:v>-0.105373</c:v>
                </c:pt>
                <c:pt idx="262">
                  <c:v>-0.091639</c:v>
                </c:pt>
                <c:pt idx="263">
                  <c:v>-0.111823</c:v>
                </c:pt>
                <c:pt idx="264">
                  <c:v>-0.119502</c:v>
                </c:pt>
                <c:pt idx="265">
                  <c:v>-0.064026</c:v>
                </c:pt>
                <c:pt idx="266">
                  <c:v>-0.070028</c:v>
                </c:pt>
                <c:pt idx="267">
                  <c:v>-0.094307</c:v>
                </c:pt>
                <c:pt idx="268">
                  <c:v>-0.116471</c:v>
                </c:pt>
                <c:pt idx="269">
                  <c:v>-0.115052</c:v>
                </c:pt>
                <c:pt idx="270">
                  <c:v>-0.095996</c:v>
                </c:pt>
                <c:pt idx="271">
                  <c:v>-0.110043</c:v>
                </c:pt>
                <c:pt idx="272">
                  <c:v>-0.096566</c:v>
                </c:pt>
                <c:pt idx="273">
                  <c:v>-0.060532</c:v>
                </c:pt>
                <c:pt idx="274">
                  <c:v>-0.072313</c:v>
                </c:pt>
                <c:pt idx="275">
                  <c:v>-0.092262</c:v>
                </c:pt>
                <c:pt idx="276">
                  <c:v>-0.089809</c:v>
                </c:pt>
                <c:pt idx="277">
                  <c:v>-0.062656</c:v>
                </c:pt>
                <c:pt idx="278">
                  <c:v>-0.10742</c:v>
                </c:pt>
                <c:pt idx="279">
                  <c:v>-0.069388</c:v>
                </c:pt>
                <c:pt idx="280">
                  <c:v>-0.080942</c:v>
                </c:pt>
                <c:pt idx="281">
                  <c:v>-0.029753</c:v>
                </c:pt>
                <c:pt idx="282">
                  <c:v>-0.029203</c:v>
                </c:pt>
                <c:pt idx="283">
                  <c:v>-0.025618</c:v>
                </c:pt>
                <c:pt idx="284">
                  <c:v>-0.013452</c:v>
                </c:pt>
                <c:pt idx="285">
                  <c:v>-0.060867</c:v>
                </c:pt>
                <c:pt idx="286">
                  <c:v>-0.019463</c:v>
                </c:pt>
                <c:pt idx="287">
                  <c:v>-0.015423</c:v>
                </c:pt>
                <c:pt idx="288">
                  <c:v>-0.04598</c:v>
                </c:pt>
                <c:pt idx="289">
                  <c:v>-0.070437</c:v>
                </c:pt>
                <c:pt idx="290">
                  <c:v>-0.070372</c:v>
                </c:pt>
                <c:pt idx="291">
                  <c:v>-0.0811</c:v>
                </c:pt>
                <c:pt idx="292">
                  <c:v>-0.053298</c:v>
                </c:pt>
                <c:pt idx="293">
                  <c:v>-0.033753</c:v>
                </c:pt>
                <c:pt idx="294">
                  <c:v>-0.050881</c:v>
                </c:pt>
                <c:pt idx="295">
                  <c:v>0.010435</c:v>
                </c:pt>
                <c:pt idx="296">
                  <c:v>-0.038209</c:v>
                </c:pt>
                <c:pt idx="297">
                  <c:v>-0.061379</c:v>
                </c:pt>
                <c:pt idx="298">
                  <c:v>-0.065646</c:v>
                </c:pt>
                <c:pt idx="299">
                  <c:v>-0.058453</c:v>
                </c:pt>
                <c:pt idx="300">
                  <c:v>-0.063002</c:v>
                </c:pt>
                <c:pt idx="301">
                  <c:v>-0.031224</c:v>
                </c:pt>
                <c:pt idx="302">
                  <c:v>-0.050853</c:v>
                </c:pt>
                <c:pt idx="303">
                  <c:v>-0.118368</c:v>
                </c:pt>
                <c:pt idx="304">
                  <c:v>-0.113074</c:v>
                </c:pt>
                <c:pt idx="305">
                  <c:v>-0.065382</c:v>
                </c:pt>
                <c:pt idx="306">
                  <c:v>-0.05066</c:v>
                </c:pt>
                <c:pt idx="307">
                  <c:v>-0.107818</c:v>
                </c:pt>
                <c:pt idx="308">
                  <c:v>-0.112463</c:v>
                </c:pt>
                <c:pt idx="309">
                  <c:v>-0.081028</c:v>
                </c:pt>
                <c:pt idx="310">
                  <c:v>-0.075931</c:v>
                </c:pt>
                <c:pt idx="311">
                  <c:v>-0.090716</c:v>
                </c:pt>
                <c:pt idx="312">
                  <c:v>-0.106387</c:v>
                </c:pt>
                <c:pt idx="313">
                  <c:v>-0.097979</c:v>
                </c:pt>
                <c:pt idx="314">
                  <c:v>-0.092197</c:v>
                </c:pt>
                <c:pt idx="315">
                  <c:v>-0.072641</c:v>
                </c:pt>
                <c:pt idx="316">
                  <c:v>-0.050204</c:v>
                </c:pt>
                <c:pt idx="317">
                  <c:v>-0.125236</c:v>
                </c:pt>
                <c:pt idx="318">
                  <c:v>-0.048547</c:v>
                </c:pt>
                <c:pt idx="319">
                  <c:v>-0.104942</c:v>
                </c:pt>
                <c:pt idx="320">
                  <c:v>-0.063911</c:v>
                </c:pt>
                <c:pt idx="321">
                  <c:v>-0.079222</c:v>
                </c:pt>
                <c:pt idx="322">
                  <c:v>-0.068129</c:v>
                </c:pt>
                <c:pt idx="323">
                  <c:v>-0.097053</c:v>
                </c:pt>
                <c:pt idx="324">
                  <c:v>-0.05584</c:v>
                </c:pt>
                <c:pt idx="325">
                  <c:v>-0.137011</c:v>
                </c:pt>
                <c:pt idx="326">
                  <c:v>-0.067156</c:v>
                </c:pt>
                <c:pt idx="327">
                  <c:v>-0.074899</c:v>
                </c:pt>
                <c:pt idx="328">
                  <c:v>-0.061838</c:v>
                </c:pt>
                <c:pt idx="329">
                  <c:v>-0.047918</c:v>
                </c:pt>
                <c:pt idx="330">
                  <c:v>-0.135027</c:v>
                </c:pt>
                <c:pt idx="331">
                  <c:v>-0.08662</c:v>
                </c:pt>
                <c:pt idx="332">
                  <c:v>-0.041855</c:v>
                </c:pt>
                <c:pt idx="333">
                  <c:v>-0.070651</c:v>
                </c:pt>
                <c:pt idx="334">
                  <c:v>-0.104068</c:v>
                </c:pt>
                <c:pt idx="335">
                  <c:v>-0.087973</c:v>
                </c:pt>
                <c:pt idx="336">
                  <c:v>-0.085703</c:v>
                </c:pt>
                <c:pt idx="337">
                  <c:v>-0.063393</c:v>
                </c:pt>
                <c:pt idx="338">
                  <c:v>-0.05305</c:v>
                </c:pt>
                <c:pt idx="339">
                  <c:v>-0.09797</c:v>
                </c:pt>
                <c:pt idx="340">
                  <c:v>-0.040164</c:v>
                </c:pt>
                <c:pt idx="341">
                  <c:v>-0.115048</c:v>
                </c:pt>
                <c:pt idx="342">
                  <c:v>-0.103197</c:v>
                </c:pt>
                <c:pt idx="343">
                  <c:v>-0.086089</c:v>
                </c:pt>
                <c:pt idx="344">
                  <c:v>-0.085048</c:v>
                </c:pt>
                <c:pt idx="345">
                  <c:v>-0.121342</c:v>
                </c:pt>
                <c:pt idx="346">
                  <c:v>-0.071155</c:v>
                </c:pt>
                <c:pt idx="347">
                  <c:v>-0.086707</c:v>
                </c:pt>
                <c:pt idx="348">
                  <c:v>-0.095611</c:v>
                </c:pt>
                <c:pt idx="349">
                  <c:v>-0.035382</c:v>
                </c:pt>
                <c:pt idx="350">
                  <c:v>-0.059608</c:v>
                </c:pt>
                <c:pt idx="351">
                  <c:v>-0.063792</c:v>
                </c:pt>
                <c:pt idx="352">
                  <c:v>-0.074662</c:v>
                </c:pt>
                <c:pt idx="353">
                  <c:v>-0.062141</c:v>
                </c:pt>
                <c:pt idx="354">
                  <c:v>-0.051174</c:v>
                </c:pt>
                <c:pt idx="355">
                  <c:v>-0.046066</c:v>
                </c:pt>
                <c:pt idx="356">
                  <c:v>-0.03889</c:v>
                </c:pt>
                <c:pt idx="357">
                  <c:v>-0.03873</c:v>
                </c:pt>
                <c:pt idx="358">
                  <c:v>-0.024899</c:v>
                </c:pt>
                <c:pt idx="359">
                  <c:v>-0.076222</c:v>
                </c:pt>
                <c:pt idx="360">
                  <c:v>-0.109424</c:v>
                </c:pt>
                <c:pt idx="361">
                  <c:v>-0.044322</c:v>
                </c:pt>
                <c:pt idx="362">
                  <c:v>-0.06001</c:v>
                </c:pt>
                <c:pt idx="363">
                  <c:v>-0.074596</c:v>
                </c:pt>
                <c:pt idx="364">
                  <c:v>-0.102554</c:v>
                </c:pt>
                <c:pt idx="365">
                  <c:v>-0.083317</c:v>
                </c:pt>
                <c:pt idx="366">
                  <c:v>-0.073583</c:v>
                </c:pt>
                <c:pt idx="367">
                  <c:v>-0.025272</c:v>
                </c:pt>
                <c:pt idx="368">
                  <c:v>-0.082566</c:v>
                </c:pt>
                <c:pt idx="369">
                  <c:v>-0.0788</c:v>
                </c:pt>
                <c:pt idx="370">
                  <c:v>-0.07761</c:v>
                </c:pt>
                <c:pt idx="371">
                  <c:v>-0.081456</c:v>
                </c:pt>
                <c:pt idx="372">
                  <c:v>-0.040384</c:v>
                </c:pt>
                <c:pt idx="373">
                  <c:v>-0.066585</c:v>
                </c:pt>
                <c:pt idx="374">
                  <c:v>-0.053816</c:v>
                </c:pt>
                <c:pt idx="375">
                  <c:v>-0.063913</c:v>
                </c:pt>
                <c:pt idx="376">
                  <c:v>-0.080696</c:v>
                </c:pt>
                <c:pt idx="377">
                  <c:v>-0.063962</c:v>
                </c:pt>
                <c:pt idx="378">
                  <c:v>-0.083535</c:v>
                </c:pt>
                <c:pt idx="379">
                  <c:v>-0.114717</c:v>
                </c:pt>
                <c:pt idx="380">
                  <c:v>-0.113415</c:v>
                </c:pt>
                <c:pt idx="381">
                  <c:v>-0.090589</c:v>
                </c:pt>
                <c:pt idx="382">
                  <c:v>-0.08453</c:v>
                </c:pt>
                <c:pt idx="383">
                  <c:v>-0.098556</c:v>
                </c:pt>
                <c:pt idx="384">
                  <c:v>-0.083336</c:v>
                </c:pt>
                <c:pt idx="385">
                  <c:v>-0.1602</c:v>
                </c:pt>
                <c:pt idx="386">
                  <c:v>-0.078582</c:v>
                </c:pt>
                <c:pt idx="387">
                  <c:v>-0.056898</c:v>
                </c:pt>
                <c:pt idx="388">
                  <c:v>-0.047798</c:v>
                </c:pt>
                <c:pt idx="389">
                  <c:v>-0.114741</c:v>
                </c:pt>
                <c:pt idx="390">
                  <c:v>-0.112481</c:v>
                </c:pt>
                <c:pt idx="391">
                  <c:v>-0.066758</c:v>
                </c:pt>
                <c:pt idx="392">
                  <c:v>-0.104905</c:v>
                </c:pt>
                <c:pt idx="393">
                  <c:v>-0.06876</c:v>
                </c:pt>
                <c:pt idx="394">
                  <c:v>-0.147253</c:v>
                </c:pt>
                <c:pt idx="395">
                  <c:v>-0.062161</c:v>
                </c:pt>
                <c:pt idx="396">
                  <c:v>-0.037247</c:v>
                </c:pt>
                <c:pt idx="397">
                  <c:v>-0.082645</c:v>
                </c:pt>
                <c:pt idx="398">
                  <c:v>-0.031776</c:v>
                </c:pt>
                <c:pt idx="399">
                  <c:v>-0.11329</c:v>
                </c:pt>
                <c:pt idx="400">
                  <c:v>-0.093964</c:v>
                </c:pt>
                <c:pt idx="401">
                  <c:v>-0.05191</c:v>
                </c:pt>
                <c:pt idx="402">
                  <c:v>-0.133986</c:v>
                </c:pt>
                <c:pt idx="403">
                  <c:v>-0.091995</c:v>
                </c:pt>
                <c:pt idx="404">
                  <c:v>-0.098319</c:v>
                </c:pt>
                <c:pt idx="405">
                  <c:v>-0.13284</c:v>
                </c:pt>
                <c:pt idx="406">
                  <c:v>-0.152813</c:v>
                </c:pt>
                <c:pt idx="407">
                  <c:v>-0.136919</c:v>
                </c:pt>
                <c:pt idx="408">
                  <c:v>-0.180338</c:v>
                </c:pt>
                <c:pt idx="409">
                  <c:v>-0.074428</c:v>
                </c:pt>
                <c:pt idx="410">
                  <c:v>-0.142845</c:v>
                </c:pt>
                <c:pt idx="411">
                  <c:v>-0.084513</c:v>
                </c:pt>
                <c:pt idx="412">
                  <c:v>-0.138235</c:v>
                </c:pt>
                <c:pt idx="413">
                  <c:v>-0.100459</c:v>
                </c:pt>
                <c:pt idx="414">
                  <c:v>-0.082402</c:v>
                </c:pt>
                <c:pt idx="415">
                  <c:v>-0.037877</c:v>
                </c:pt>
                <c:pt idx="416">
                  <c:v>-0.103814</c:v>
                </c:pt>
                <c:pt idx="417">
                  <c:v>-0.125242</c:v>
                </c:pt>
                <c:pt idx="418">
                  <c:v>-0.068597</c:v>
                </c:pt>
                <c:pt idx="419">
                  <c:v>-0.056616</c:v>
                </c:pt>
                <c:pt idx="420">
                  <c:v>-0.076266</c:v>
                </c:pt>
                <c:pt idx="421">
                  <c:v>-0.111821</c:v>
                </c:pt>
                <c:pt idx="422">
                  <c:v>-0.074037</c:v>
                </c:pt>
                <c:pt idx="423">
                  <c:v>-0.073239</c:v>
                </c:pt>
                <c:pt idx="424">
                  <c:v>-0.089952</c:v>
                </c:pt>
                <c:pt idx="425">
                  <c:v>-0.055497</c:v>
                </c:pt>
                <c:pt idx="426">
                  <c:v>-0.056088</c:v>
                </c:pt>
                <c:pt idx="427">
                  <c:v>-0.060403</c:v>
                </c:pt>
                <c:pt idx="428">
                  <c:v>-0.089056</c:v>
                </c:pt>
                <c:pt idx="429">
                  <c:v>-0.068943</c:v>
                </c:pt>
                <c:pt idx="430">
                  <c:v>-0.051696</c:v>
                </c:pt>
                <c:pt idx="431">
                  <c:v>-0.051602</c:v>
                </c:pt>
                <c:pt idx="432">
                  <c:v>-0.016922</c:v>
                </c:pt>
                <c:pt idx="433">
                  <c:v>-0.055645</c:v>
                </c:pt>
                <c:pt idx="434">
                  <c:v>-0.097667</c:v>
                </c:pt>
                <c:pt idx="435">
                  <c:v>-0.074592</c:v>
                </c:pt>
                <c:pt idx="436">
                  <c:v>-0.070093</c:v>
                </c:pt>
                <c:pt idx="437">
                  <c:v>-0.045356</c:v>
                </c:pt>
                <c:pt idx="438">
                  <c:v>-0.076663</c:v>
                </c:pt>
                <c:pt idx="439">
                  <c:v>-0.051859</c:v>
                </c:pt>
                <c:pt idx="440">
                  <c:v>-0.030583</c:v>
                </c:pt>
                <c:pt idx="441">
                  <c:v>-0.047377</c:v>
                </c:pt>
                <c:pt idx="442">
                  <c:v>-0.082799</c:v>
                </c:pt>
                <c:pt idx="443">
                  <c:v>-0.04244</c:v>
                </c:pt>
                <c:pt idx="444">
                  <c:v>-0.051198</c:v>
                </c:pt>
                <c:pt idx="445">
                  <c:v>-0.071947</c:v>
                </c:pt>
                <c:pt idx="446">
                  <c:v>-0.053988</c:v>
                </c:pt>
                <c:pt idx="447">
                  <c:v>-0.051189</c:v>
                </c:pt>
                <c:pt idx="448">
                  <c:v>-0.101594</c:v>
                </c:pt>
                <c:pt idx="449">
                  <c:v>-0.085278</c:v>
                </c:pt>
                <c:pt idx="450">
                  <c:v>-0.104573</c:v>
                </c:pt>
                <c:pt idx="451">
                  <c:v>-0.09557</c:v>
                </c:pt>
                <c:pt idx="452">
                  <c:v>-0.019437</c:v>
                </c:pt>
                <c:pt idx="453">
                  <c:v>-0.037733</c:v>
                </c:pt>
                <c:pt idx="454">
                  <c:v>-0.114334</c:v>
                </c:pt>
                <c:pt idx="455">
                  <c:v>-0.048809</c:v>
                </c:pt>
                <c:pt idx="456">
                  <c:v>-0.066108</c:v>
                </c:pt>
                <c:pt idx="457">
                  <c:v>-0.036577</c:v>
                </c:pt>
                <c:pt idx="458">
                  <c:v>-0.076491</c:v>
                </c:pt>
                <c:pt idx="459">
                  <c:v>-0.128126</c:v>
                </c:pt>
                <c:pt idx="460">
                  <c:v>-0.101334</c:v>
                </c:pt>
                <c:pt idx="461">
                  <c:v>-0.067963</c:v>
                </c:pt>
                <c:pt idx="462">
                  <c:v>-0.09752</c:v>
                </c:pt>
                <c:pt idx="463">
                  <c:v>-0.062054</c:v>
                </c:pt>
                <c:pt idx="464">
                  <c:v>-0.105475</c:v>
                </c:pt>
                <c:pt idx="465">
                  <c:v>-0.116494</c:v>
                </c:pt>
                <c:pt idx="466">
                  <c:v>-0.081303</c:v>
                </c:pt>
                <c:pt idx="467">
                  <c:v>-0.045867</c:v>
                </c:pt>
                <c:pt idx="468">
                  <c:v>-0.032006</c:v>
                </c:pt>
                <c:pt idx="469">
                  <c:v>-0.083965</c:v>
                </c:pt>
                <c:pt idx="470">
                  <c:v>-0.087635</c:v>
                </c:pt>
                <c:pt idx="471">
                  <c:v>-0.051234</c:v>
                </c:pt>
                <c:pt idx="472">
                  <c:v>-0.077775</c:v>
                </c:pt>
                <c:pt idx="473">
                  <c:v>-0.117233</c:v>
                </c:pt>
                <c:pt idx="474">
                  <c:v>-0.061267</c:v>
                </c:pt>
                <c:pt idx="475">
                  <c:v>-0.059317</c:v>
                </c:pt>
                <c:pt idx="476">
                  <c:v>-0.080657</c:v>
                </c:pt>
                <c:pt idx="477">
                  <c:v>-0.061274</c:v>
                </c:pt>
                <c:pt idx="478">
                  <c:v>-0.144309</c:v>
                </c:pt>
                <c:pt idx="479">
                  <c:v>-0.157949</c:v>
                </c:pt>
                <c:pt idx="480">
                  <c:v>-0.123223</c:v>
                </c:pt>
                <c:pt idx="481">
                  <c:v>-0.160208</c:v>
                </c:pt>
                <c:pt idx="482">
                  <c:v>-0.088717</c:v>
                </c:pt>
                <c:pt idx="483">
                  <c:v>-0.14007</c:v>
                </c:pt>
                <c:pt idx="484">
                  <c:v>-0.132351</c:v>
                </c:pt>
                <c:pt idx="485">
                  <c:v>-0.108489</c:v>
                </c:pt>
                <c:pt idx="486">
                  <c:v>-0.123159</c:v>
                </c:pt>
                <c:pt idx="487">
                  <c:v>-0.127868</c:v>
                </c:pt>
                <c:pt idx="488">
                  <c:v>-0.106363</c:v>
                </c:pt>
                <c:pt idx="489">
                  <c:v>-0.121432</c:v>
                </c:pt>
                <c:pt idx="490">
                  <c:v>-0.116815</c:v>
                </c:pt>
                <c:pt idx="491">
                  <c:v>-0.117238</c:v>
                </c:pt>
                <c:pt idx="492">
                  <c:v>-0.115599</c:v>
                </c:pt>
                <c:pt idx="493">
                  <c:v>-0.093882</c:v>
                </c:pt>
                <c:pt idx="494">
                  <c:v>-0.072471</c:v>
                </c:pt>
                <c:pt idx="495">
                  <c:v>-0.081054</c:v>
                </c:pt>
                <c:pt idx="496">
                  <c:v>-0.177086</c:v>
                </c:pt>
                <c:pt idx="497">
                  <c:v>-0.115974</c:v>
                </c:pt>
                <c:pt idx="498">
                  <c:v>-0.119401</c:v>
                </c:pt>
                <c:pt idx="499">
                  <c:v>-0.099266</c:v>
                </c:pt>
                <c:pt idx="500">
                  <c:v>-0.123991</c:v>
                </c:pt>
                <c:pt idx="501">
                  <c:v>-0.130958</c:v>
                </c:pt>
                <c:pt idx="502">
                  <c:v>-0.090603</c:v>
                </c:pt>
                <c:pt idx="503">
                  <c:v>-0.066101</c:v>
                </c:pt>
                <c:pt idx="504">
                  <c:v>-0.050733</c:v>
                </c:pt>
                <c:pt idx="505">
                  <c:v>-0.130939</c:v>
                </c:pt>
                <c:pt idx="506">
                  <c:v>-0.120488</c:v>
                </c:pt>
                <c:pt idx="507">
                  <c:v>-0.164203</c:v>
                </c:pt>
                <c:pt idx="508">
                  <c:v>-0.126389</c:v>
                </c:pt>
                <c:pt idx="509">
                  <c:v>-0.118213</c:v>
                </c:pt>
                <c:pt idx="510">
                  <c:v>-0.081394</c:v>
                </c:pt>
                <c:pt idx="511">
                  <c:v>-0.109163</c:v>
                </c:pt>
                <c:pt idx="512">
                  <c:v>-0.105884</c:v>
                </c:pt>
                <c:pt idx="513">
                  <c:v>-0.064561</c:v>
                </c:pt>
                <c:pt idx="514">
                  <c:v>-0.099754</c:v>
                </c:pt>
                <c:pt idx="515">
                  <c:v>-0.082392</c:v>
                </c:pt>
                <c:pt idx="516">
                  <c:v>-0.14477</c:v>
                </c:pt>
                <c:pt idx="517">
                  <c:v>-0.108871</c:v>
                </c:pt>
                <c:pt idx="518">
                  <c:v>-0.11807</c:v>
                </c:pt>
                <c:pt idx="519">
                  <c:v>-0.126891</c:v>
                </c:pt>
                <c:pt idx="520">
                  <c:v>-0.142757</c:v>
                </c:pt>
                <c:pt idx="521">
                  <c:v>-0.138395</c:v>
                </c:pt>
                <c:pt idx="522">
                  <c:v>-0.056637</c:v>
                </c:pt>
                <c:pt idx="523">
                  <c:v>-0.12759</c:v>
                </c:pt>
                <c:pt idx="524">
                  <c:v>-0.137197</c:v>
                </c:pt>
                <c:pt idx="525">
                  <c:v>-0.122908</c:v>
                </c:pt>
                <c:pt idx="526">
                  <c:v>-0.10114</c:v>
                </c:pt>
                <c:pt idx="527">
                  <c:v>-0.107675</c:v>
                </c:pt>
                <c:pt idx="528">
                  <c:v>-0.105232</c:v>
                </c:pt>
                <c:pt idx="529">
                  <c:v>-0.12457</c:v>
                </c:pt>
                <c:pt idx="530">
                  <c:v>-0.143383</c:v>
                </c:pt>
                <c:pt idx="531">
                  <c:v>-0.105346</c:v>
                </c:pt>
                <c:pt idx="532">
                  <c:v>-0.089512</c:v>
                </c:pt>
                <c:pt idx="533">
                  <c:v>-0.101218</c:v>
                </c:pt>
                <c:pt idx="534">
                  <c:v>-0.108224</c:v>
                </c:pt>
                <c:pt idx="535">
                  <c:v>-0.100888</c:v>
                </c:pt>
                <c:pt idx="536">
                  <c:v>-0.120784</c:v>
                </c:pt>
                <c:pt idx="537">
                  <c:v>-0.109899</c:v>
                </c:pt>
                <c:pt idx="538">
                  <c:v>-0.163258</c:v>
                </c:pt>
                <c:pt idx="539">
                  <c:v>-0.128358</c:v>
                </c:pt>
                <c:pt idx="540">
                  <c:v>-0.112008</c:v>
                </c:pt>
                <c:pt idx="541">
                  <c:v>-0.138154</c:v>
                </c:pt>
                <c:pt idx="542">
                  <c:v>-0.106664</c:v>
                </c:pt>
                <c:pt idx="543">
                  <c:v>-0.084669</c:v>
                </c:pt>
                <c:pt idx="544">
                  <c:v>-0.132262</c:v>
                </c:pt>
                <c:pt idx="545">
                  <c:v>-0.144498</c:v>
                </c:pt>
                <c:pt idx="546">
                  <c:v>-0.12626</c:v>
                </c:pt>
                <c:pt idx="547">
                  <c:v>-0.137338</c:v>
                </c:pt>
                <c:pt idx="548">
                  <c:v>-0.166956</c:v>
                </c:pt>
                <c:pt idx="549">
                  <c:v>-0.120313</c:v>
                </c:pt>
                <c:pt idx="550">
                  <c:v>-0.147947</c:v>
                </c:pt>
                <c:pt idx="551">
                  <c:v>-0.140448</c:v>
                </c:pt>
                <c:pt idx="552">
                  <c:v>-0.065927</c:v>
                </c:pt>
                <c:pt idx="553">
                  <c:v>-0.162193</c:v>
                </c:pt>
                <c:pt idx="554">
                  <c:v>-0.12193</c:v>
                </c:pt>
                <c:pt idx="555">
                  <c:v>-0.121519</c:v>
                </c:pt>
                <c:pt idx="556">
                  <c:v>-0.077533</c:v>
                </c:pt>
                <c:pt idx="557">
                  <c:v>-0.085369</c:v>
                </c:pt>
                <c:pt idx="558">
                  <c:v>-0.110998</c:v>
                </c:pt>
                <c:pt idx="559">
                  <c:v>-0.035841</c:v>
                </c:pt>
                <c:pt idx="560">
                  <c:v>-0.016391</c:v>
                </c:pt>
                <c:pt idx="561">
                  <c:v>-0.03264</c:v>
                </c:pt>
                <c:pt idx="562">
                  <c:v>-0.025327</c:v>
                </c:pt>
                <c:pt idx="563">
                  <c:v>-0.080384</c:v>
                </c:pt>
                <c:pt idx="564">
                  <c:v>-0.02725</c:v>
                </c:pt>
                <c:pt idx="565">
                  <c:v>-0.069362</c:v>
                </c:pt>
                <c:pt idx="566">
                  <c:v>-0.081356</c:v>
                </c:pt>
                <c:pt idx="567">
                  <c:v>-0.077095</c:v>
                </c:pt>
                <c:pt idx="568">
                  <c:v>-0.079589</c:v>
                </c:pt>
                <c:pt idx="569">
                  <c:v>-0.079261</c:v>
                </c:pt>
                <c:pt idx="570">
                  <c:v>-0.107183</c:v>
                </c:pt>
                <c:pt idx="571">
                  <c:v>-0.103237</c:v>
                </c:pt>
                <c:pt idx="572">
                  <c:v>-0.057792</c:v>
                </c:pt>
                <c:pt idx="573">
                  <c:v>-0.088286</c:v>
                </c:pt>
                <c:pt idx="574">
                  <c:v>-0.087068</c:v>
                </c:pt>
                <c:pt idx="575">
                  <c:v>-0.067151</c:v>
                </c:pt>
                <c:pt idx="576">
                  <c:v>-0.049389</c:v>
                </c:pt>
                <c:pt idx="577">
                  <c:v>-0.054619</c:v>
                </c:pt>
                <c:pt idx="578">
                  <c:v>-0.082699</c:v>
                </c:pt>
                <c:pt idx="579">
                  <c:v>-0.06202</c:v>
                </c:pt>
                <c:pt idx="580">
                  <c:v>-0.079437</c:v>
                </c:pt>
                <c:pt idx="581">
                  <c:v>-0.02703</c:v>
                </c:pt>
                <c:pt idx="582">
                  <c:v>-0.03459</c:v>
                </c:pt>
                <c:pt idx="583">
                  <c:v>-0.051338</c:v>
                </c:pt>
                <c:pt idx="584">
                  <c:v>-0.078157</c:v>
                </c:pt>
                <c:pt idx="585">
                  <c:v>-0.086007</c:v>
                </c:pt>
                <c:pt idx="586">
                  <c:v>-0.055353</c:v>
                </c:pt>
                <c:pt idx="587">
                  <c:v>-0.091141</c:v>
                </c:pt>
                <c:pt idx="588">
                  <c:v>-0.079796</c:v>
                </c:pt>
                <c:pt idx="589">
                  <c:v>-0.05233</c:v>
                </c:pt>
                <c:pt idx="590">
                  <c:v>-0.092485</c:v>
                </c:pt>
                <c:pt idx="591">
                  <c:v>-0.107074</c:v>
                </c:pt>
                <c:pt idx="592">
                  <c:v>-0.086267</c:v>
                </c:pt>
                <c:pt idx="593">
                  <c:v>-0.079622</c:v>
                </c:pt>
                <c:pt idx="594">
                  <c:v>-0.108875</c:v>
                </c:pt>
                <c:pt idx="595">
                  <c:v>-0.101792</c:v>
                </c:pt>
                <c:pt idx="596">
                  <c:v>-0.123576</c:v>
                </c:pt>
                <c:pt idx="597">
                  <c:v>-0.096153</c:v>
                </c:pt>
                <c:pt idx="598">
                  <c:v>-0.122596</c:v>
                </c:pt>
                <c:pt idx="599">
                  <c:v>-0.123739</c:v>
                </c:pt>
                <c:pt idx="600">
                  <c:v>-0.116189</c:v>
                </c:pt>
                <c:pt idx="601">
                  <c:v>-0.117503</c:v>
                </c:pt>
                <c:pt idx="602">
                  <c:v>-0.089938</c:v>
                </c:pt>
                <c:pt idx="603">
                  <c:v>-0.067486</c:v>
                </c:pt>
                <c:pt idx="604">
                  <c:v>-0.092385</c:v>
                </c:pt>
                <c:pt idx="605">
                  <c:v>-0.15865</c:v>
                </c:pt>
                <c:pt idx="606">
                  <c:v>-0.06184</c:v>
                </c:pt>
                <c:pt idx="607">
                  <c:v>-0.061727</c:v>
                </c:pt>
                <c:pt idx="608">
                  <c:v>-0.076233</c:v>
                </c:pt>
                <c:pt idx="609">
                  <c:v>-0.064004</c:v>
                </c:pt>
                <c:pt idx="610">
                  <c:v>-0.07623</c:v>
                </c:pt>
                <c:pt idx="611">
                  <c:v>-0.081511</c:v>
                </c:pt>
                <c:pt idx="612">
                  <c:v>-0.103506</c:v>
                </c:pt>
                <c:pt idx="613">
                  <c:v>-0.044358</c:v>
                </c:pt>
                <c:pt idx="614">
                  <c:v>-0.102281</c:v>
                </c:pt>
                <c:pt idx="615">
                  <c:v>-0.070999</c:v>
                </c:pt>
                <c:pt idx="616">
                  <c:v>-0.081044</c:v>
                </c:pt>
                <c:pt idx="617">
                  <c:v>-0.118468</c:v>
                </c:pt>
                <c:pt idx="618">
                  <c:v>-0.110527</c:v>
                </c:pt>
                <c:pt idx="619">
                  <c:v>-0.084175</c:v>
                </c:pt>
                <c:pt idx="620">
                  <c:v>-0.077822</c:v>
                </c:pt>
                <c:pt idx="621">
                  <c:v>-0.095357</c:v>
                </c:pt>
                <c:pt idx="622">
                  <c:v>-0.050881</c:v>
                </c:pt>
                <c:pt idx="623">
                  <c:v>-0.096276</c:v>
                </c:pt>
                <c:pt idx="624">
                  <c:v>-0.123143</c:v>
                </c:pt>
                <c:pt idx="625">
                  <c:v>-0.0476</c:v>
                </c:pt>
                <c:pt idx="626">
                  <c:v>-0.087467</c:v>
                </c:pt>
                <c:pt idx="627">
                  <c:v>-0.104986</c:v>
                </c:pt>
                <c:pt idx="628">
                  <c:v>-0.075436</c:v>
                </c:pt>
                <c:pt idx="629">
                  <c:v>-0.101073</c:v>
                </c:pt>
                <c:pt idx="630">
                  <c:v>-0.060525</c:v>
                </c:pt>
                <c:pt idx="631">
                  <c:v>-0.113087</c:v>
                </c:pt>
                <c:pt idx="632">
                  <c:v>-0.117408</c:v>
                </c:pt>
                <c:pt idx="633">
                  <c:v>-0.082143</c:v>
                </c:pt>
                <c:pt idx="634">
                  <c:v>-0.084777</c:v>
                </c:pt>
                <c:pt idx="635">
                  <c:v>-0.032413</c:v>
                </c:pt>
                <c:pt idx="636">
                  <c:v>-0.121736</c:v>
                </c:pt>
                <c:pt idx="637">
                  <c:v>-0.100397</c:v>
                </c:pt>
                <c:pt idx="638">
                  <c:v>-0.102643</c:v>
                </c:pt>
                <c:pt idx="639">
                  <c:v>-0.104938</c:v>
                </c:pt>
                <c:pt idx="640">
                  <c:v>-0.051195</c:v>
                </c:pt>
                <c:pt idx="641">
                  <c:v>-0.066252</c:v>
                </c:pt>
                <c:pt idx="642">
                  <c:v>-0.076355</c:v>
                </c:pt>
                <c:pt idx="643">
                  <c:v>-0.120553</c:v>
                </c:pt>
                <c:pt idx="644">
                  <c:v>-0.076602</c:v>
                </c:pt>
                <c:pt idx="645">
                  <c:v>-0.089594</c:v>
                </c:pt>
                <c:pt idx="646">
                  <c:v>-0.047507</c:v>
                </c:pt>
                <c:pt idx="647">
                  <c:v>-0.088911</c:v>
                </c:pt>
                <c:pt idx="648">
                  <c:v>-0.06491</c:v>
                </c:pt>
                <c:pt idx="649">
                  <c:v>-0.068803</c:v>
                </c:pt>
                <c:pt idx="650">
                  <c:v>-0.111145</c:v>
                </c:pt>
                <c:pt idx="651">
                  <c:v>-0.09497</c:v>
                </c:pt>
                <c:pt idx="652">
                  <c:v>-0.062644</c:v>
                </c:pt>
                <c:pt idx="653">
                  <c:v>-0.124446</c:v>
                </c:pt>
                <c:pt idx="654">
                  <c:v>-0.058167</c:v>
                </c:pt>
                <c:pt idx="655">
                  <c:v>-0.074265</c:v>
                </c:pt>
                <c:pt idx="656">
                  <c:v>-0.077255</c:v>
                </c:pt>
                <c:pt idx="657">
                  <c:v>-0.093125</c:v>
                </c:pt>
                <c:pt idx="658">
                  <c:v>-0.073816</c:v>
                </c:pt>
                <c:pt idx="659">
                  <c:v>-0.060388</c:v>
                </c:pt>
                <c:pt idx="660">
                  <c:v>-0.087174</c:v>
                </c:pt>
                <c:pt idx="661">
                  <c:v>-0.062904</c:v>
                </c:pt>
                <c:pt idx="662">
                  <c:v>-0.056118</c:v>
                </c:pt>
                <c:pt idx="663">
                  <c:v>-0.075186</c:v>
                </c:pt>
                <c:pt idx="664">
                  <c:v>-0.052109</c:v>
                </c:pt>
                <c:pt idx="665">
                  <c:v>-0.053524</c:v>
                </c:pt>
                <c:pt idx="666">
                  <c:v>-0.064501</c:v>
                </c:pt>
                <c:pt idx="667">
                  <c:v>-0.122369</c:v>
                </c:pt>
                <c:pt idx="668">
                  <c:v>-0.086599</c:v>
                </c:pt>
                <c:pt idx="669">
                  <c:v>-0.09657</c:v>
                </c:pt>
                <c:pt idx="670">
                  <c:v>-0.081472</c:v>
                </c:pt>
                <c:pt idx="671">
                  <c:v>-0.075549</c:v>
                </c:pt>
                <c:pt idx="672">
                  <c:v>-0.133992</c:v>
                </c:pt>
                <c:pt idx="673">
                  <c:v>-0.112667</c:v>
                </c:pt>
                <c:pt idx="674">
                  <c:v>-0.081169</c:v>
                </c:pt>
                <c:pt idx="675">
                  <c:v>-0.044189</c:v>
                </c:pt>
                <c:pt idx="676">
                  <c:v>-0.108329</c:v>
                </c:pt>
                <c:pt idx="677">
                  <c:v>-0.063865</c:v>
                </c:pt>
                <c:pt idx="678">
                  <c:v>-0.098218</c:v>
                </c:pt>
                <c:pt idx="679">
                  <c:v>-0.107574</c:v>
                </c:pt>
                <c:pt idx="680">
                  <c:v>-0.105515</c:v>
                </c:pt>
                <c:pt idx="681">
                  <c:v>-0.068619</c:v>
                </c:pt>
                <c:pt idx="682">
                  <c:v>-0.105731</c:v>
                </c:pt>
                <c:pt idx="683">
                  <c:v>-0.096688</c:v>
                </c:pt>
                <c:pt idx="684">
                  <c:v>-0.111343</c:v>
                </c:pt>
                <c:pt idx="685">
                  <c:v>-0.113577</c:v>
                </c:pt>
                <c:pt idx="686">
                  <c:v>-0.138729</c:v>
                </c:pt>
                <c:pt idx="687">
                  <c:v>-0.076251</c:v>
                </c:pt>
                <c:pt idx="688">
                  <c:v>-0.118623</c:v>
                </c:pt>
                <c:pt idx="689">
                  <c:v>-0.064231</c:v>
                </c:pt>
                <c:pt idx="690">
                  <c:v>-0.094315</c:v>
                </c:pt>
                <c:pt idx="691">
                  <c:v>-0.063749</c:v>
                </c:pt>
                <c:pt idx="692">
                  <c:v>-0.127996</c:v>
                </c:pt>
                <c:pt idx="693">
                  <c:v>-0.088343</c:v>
                </c:pt>
                <c:pt idx="694">
                  <c:v>-0.116372</c:v>
                </c:pt>
                <c:pt idx="695">
                  <c:v>-0.02872</c:v>
                </c:pt>
                <c:pt idx="696">
                  <c:v>-0.040887</c:v>
                </c:pt>
                <c:pt idx="697">
                  <c:v>-0.040111</c:v>
                </c:pt>
                <c:pt idx="698">
                  <c:v>-0.055758</c:v>
                </c:pt>
                <c:pt idx="699">
                  <c:v>-0.039626</c:v>
                </c:pt>
                <c:pt idx="700">
                  <c:v>-0.034209</c:v>
                </c:pt>
                <c:pt idx="701">
                  <c:v>-0.104938</c:v>
                </c:pt>
                <c:pt idx="702">
                  <c:v>-0.044357</c:v>
                </c:pt>
                <c:pt idx="703">
                  <c:v>-0.105458</c:v>
                </c:pt>
                <c:pt idx="704">
                  <c:v>-0.076068</c:v>
                </c:pt>
                <c:pt idx="705">
                  <c:v>-0.094759</c:v>
                </c:pt>
                <c:pt idx="706">
                  <c:v>-0.097812</c:v>
                </c:pt>
                <c:pt idx="707">
                  <c:v>-0.111931</c:v>
                </c:pt>
                <c:pt idx="708">
                  <c:v>-0.093021</c:v>
                </c:pt>
                <c:pt idx="709">
                  <c:v>-0.097209</c:v>
                </c:pt>
                <c:pt idx="710">
                  <c:v>-0.086463</c:v>
                </c:pt>
                <c:pt idx="711">
                  <c:v>-0.112372</c:v>
                </c:pt>
                <c:pt idx="712">
                  <c:v>-0.065899</c:v>
                </c:pt>
                <c:pt idx="713">
                  <c:v>-0.08783</c:v>
                </c:pt>
                <c:pt idx="714">
                  <c:v>-0.078272</c:v>
                </c:pt>
                <c:pt idx="715">
                  <c:v>-0.068246</c:v>
                </c:pt>
                <c:pt idx="716">
                  <c:v>-0.09353</c:v>
                </c:pt>
                <c:pt idx="717">
                  <c:v>-0.073344</c:v>
                </c:pt>
                <c:pt idx="718">
                  <c:v>-0.066667</c:v>
                </c:pt>
                <c:pt idx="719">
                  <c:v>-0.044523</c:v>
                </c:pt>
                <c:pt idx="720">
                  <c:v>-0.043866</c:v>
                </c:pt>
                <c:pt idx="721">
                  <c:v>-0.089525</c:v>
                </c:pt>
                <c:pt idx="722">
                  <c:v>-0.098906</c:v>
                </c:pt>
                <c:pt idx="723">
                  <c:v>-0.045174</c:v>
                </c:pt>
                <c:pt idx="724">
                  <c:v>-0.074278</c:v>
                </c:pt>
                <c:pt idx="725">
                  <c:v>-0.033943</c:v>
                </c:pt>
                <c:pt idx="726">
                  <c:v>-0.085014</c:v>
                </c:pt>
                <c:pt idx="727">
                  <c:v>-0.079806</c:v>
                </c:pt>
                <c:pt idx="728">
                  <c:v>-0.101213</c:v>
                </c:pt>
                <c:pt idx="729">
                  <c:v>-0.079888</c:v>
                </c:pt>
                <c:pt idx="730">
                  <c:v>-0.116269</c:v>
                </c:pt>
                <c:pt idx="731">
                  <c:v>-0.078646</c:v>
                </c:pt>
                <c:pt idx="732">
                  <c:v>-0.132602</c:v>
                </c:pt>
                <c:pt idx="733">
                  <c:v>-0.049137</c:v>
                </c:pt>
                <c:pt idx="734">
                  <c:v>-0.116046</c:v>
                </c:pt>
                <c:pt idx="735">
                  <c:v>-0.121699</c:v>
                </c:pt>
                <c:pt idx="736">
                  <c:v>-0.088666</c:v>
                </c:pt>
                <c:pt idx="737">
                  <c:v>-0.088197</c:v>
                </c:pt>
                <c:pt idx="738">
                  <c:v>-0.077731</c:v>
                </c:pt>
                <c:pt idx="739">
                  <c:v>-0.08247</c:v>
                </c:pt>
                <c:pt idx="740">
                  <c:v>-0.056671</c:v>
                </c:pt>
                <c:pt idx="741">
                  <c:v>-0.108748</c:v>
                </c:pt>
                <c:pt idx="742">
                  <c:v>-0.123116</c:v>
                </c:pt>
                <c:pt idx="743">
                  <c:v>-0.089657</c:v>
                </c:pt>
                <c:pt idx="744">
                  <c:v>-0.024189</c:v>
                </c:pt>
                <c:pt idx="745">
                  <c:v>-0.110127</c:v>
                </c:pt>
                <c:pt idx="746">
                  <c:v>-0.150282</c:v>
                </c:pt>
                <c:pt idx="747">
                  <c:v>0.005089</c:v>
                </c:pt>
                <c:pt idx="748">
                  <c:v>-0.095636</c:v>
                </c:pt>
                <c:pt idx="749">
                  <c:v>-0.071557</c:v>
                </c:pt>
                <c:pt idx="750">
                  <c:v>-0.078679</c:v>
                </c:pt>
                <c:pt idx="751">
                  <c:v>-0.118039</c:v>
                </c:pt>
                <c:pt idx="752">
                  <c:v>-0.098278</c:v>
                </c:pt>
                <c:pt idx="753">
                  <c:v>-0.069969</c:v>
                </c:pt>
                <c:pt idx="754">
                  <c:v>-0.127524</c:v>
                </c:pt>
                <c:pt idx="755">
                  <c:v>-0.128238</c:v>
                </c:pt>
                <c:pt idx="756">
                  <c:v>-0.037977</c:v>
                </c:pt>
                <c:pt idx="757">
                  <c:v>-0.110597</c:v>
                </c:pt>
                <c:pt idx="758">
                  <c:v>-0.09343</c:v>
                </c:pt>
                <c:pt idx="759">
                  <c:v>-0.086372</c:v>
                </c:pt>
                <c:pt idx="760">
                  <c:v>-0.06871</c:v>
                </c:pt>
                <c:pt idx="761">
                  <c:v>-0.093441</c:v>
                </c:pt>
                <c:pt idx="762">
                  <c:v>-0.069834</c:v>
                </c:pt>
                <c:pt idx="763">
                  <c:v>-0.097361</c:v>
                </c:pt>
                <c:pt idx="764">
                  <c:v>-0.06344</c:v>
                </c:pt>
                <c:pt idx="765">
                  <c:v>-0.050501</c:v>
                </c:pt>
                <c:pt idx="766">
                  <c:v>-0.078487</c:v>
                </c:pt>
                <c:pt idx="767">
                  <c:v>-0.054538</c:v>
                </c:pt>
                <c:pt idx="768">
                  <c:v>-0.076409</c:v>
                </c:pt>
                <c:pt idx="769">
                  <c:v>-0.087285</c:v>
                </c:pt>
                <c:pt idx="770">
                  <c:v>-0.078648</c:v>
                </c:pt>
                <c:pt idx="771">
                  <c:v>-0.065775</c:v>
                </c:pt>
                <c:pt idx="772">
                  <c:v>-0.119752</c:v>
                </c:pt>
                <c:pt idx="773">
                  <c:v>-0.084474</c:v>
                </c:pt>
                <c:pt idx="774">
                  <c:v>-0.027574</c:v>
                </c:pt>
                <c:pt idx="775">
                  <c:v>-0.06466</c:v>
                </c:pt>
                <c:pt idx="776">
                  <c:v>-0.111086</c:v>
                </c:pt>
                <c:pt idx="777">
                  <c:v>-0.081406</c:v>
                </c:pt>
                <c:pt idx="778">
                  <c:v>-0.097996</c:v>
                </c:pt>
                <c:pt idx="779">
                  <c:v>-0.0866</c:v>
                </c:pt>
                <c:pt idx="780">
                  <c:v>-0.035856</c:v>
                </c:pt>
                <c:pt idx="781">
                  <c:v>-0.073382</c:v>
                </c:pt>
                <c:pt idx="782">
                  <c:v>-0.048201</c:v>
                </c:pt>
                <c:pt idx="783">
                  <c:v>-0.035164</c:v>
                </c:pt>
                <c:pt idx="784">
                  <c:v>-0.095732</c:v>
                </c:pt>
                <c:pt idx="785">
                  <c:v>-0.057918</c:v>
                </c:pt>
                <c:pt idx="786">
                  <c:v>-0.111793</c:v>
                </c:pt>
                <c:pt idx="787">
                  <c:v>-0.132447</c:v>
                </c:pt>
                <c:pt idx="788">
                  <c:v>-0.084976</c:v>
                </c:pt>
                <c:pt idx="789">
                  <c:v>-0.098124</c:v>
                </c:pt>
                <c:pt idx="790">
                  <c:v>-0.109246</c:v>
                </c:pt>
                <c:pt idx="791">
                  <c:v>-0.150406</c:v>
                </c:pt>
                <c:pt idx="792">
                  <c:v>-0.101532</c:v>
                </c:pt>
                <c:pt idx="793">
                  <c:v>-0.099789</c:v>
                </c:pt>
                <c:pt idx="794">
                  <c:v>-0.110341</c:v>
                </c:pt>
                <c:pt idx="795">
                  <c:v>-0.058539</c:v>
                </c:pt>
                <c:pt idx="796">
                  <c:v>-0.106331</c:v>
                </c:pt>
                <c:pt idx="797">
                  <c:v>-0.084291</c:v>
                </c:pt>
                <c:pt idx="798">
                  <c:v>-0.124262</c:v>
                </c:pt>
                <c:pt idx="799">
                  <c:v>-0.122023</c:v>
                </c:pt>
                <c:pt idx="800">
                  <c:v>-0.11189</c:v>
                </c:pt>
                <c:pt idx="801">
                  <c:v>-0.115174</c:v>
                </c:pt>
                <c:pt idx="802">
                  <c:v>-0.111549</c:v>
                </c:pt>
                <c:pt idx="803">
                  <c:v>-0.145112</c:v>
                </c:pt>
                <c:pt idx="804">
                  <c:v>-0.050962</c:v>
                </c:pt>
                <c:pt idx="805">
                  <c:v>-0.10011</c:v>
                </c:pt>
                <c:pt idx="806">
                  <c:v>-0.082438</c:v>
                </c:pt>
                <c:pt idx="807">
                  <c:v>-0.026485</c:v>
                </c:pt>
                <c:pt idx="808">
                  <c:v>-0.042135</c:v>
                </c:pt>
                <c:pt idx="809">
                  <c:v>-0.111656</c:v>
                </c:pt>
                <c:pt idx="810">
                  <c:v>-0.085717</c:v>
                </c:pt>
                <c:pt idx="811">
                  <c:v>-0.094871</c:v>
                </c:pt>
                <c:pt idx="812">
                  <c:v>-0.049936</c:v>
                </c:pt>
                <c:pt idx="813">
                  <c:v>-0.104054</c:v>
                </c:pt>
                <c:pt idx="814">
                  <c:v>-0.111402</c:v>
                </c:pt>
                <c:pt idx="815">
                  <c:v>-0.111823</c:v>
                </c:pt>
                <c:pt idx="816">
                  <c:v>-0.081318</c:v>
                </c:pt>
                <c:pt idx="817">
                  <c:v>-0.082053</c:v>
                </c:pt>
                <c:pt idx="818">
                  <c:v>-0.109903</c:v>
                </c:pt>
                <c:pt idx="819">
                  <c:v>-0.081118</c:v>
                </c:pt>
                <c:pt idx="820">
                  <c:v>-0.105895</c:v>
                </c:pt>
                <c:pt idx="821">
                  <c:v>-0.029379</c:v>
                </c:pt>
                <c:pt idx="822">
                  <c:v>-0.074058</c:v>
                </c:pt>
                <c:pt idx="823">
                  <c:v>-0.111527</c:v>
                </c:pt>
                <c:pt idx="824">
                  <c:v>-0.117845</c:v>
                </c:pt>
                <c:pt idx="825">
                  <c:v>-0.095413</c:v>
                </c:pt>
                <c:pt idx="826">
                  <c:v>-0.059255</c:v>
                </c:pt>
                <c:pt idx="827">
                  <c:v>-0.089679</c:v>
                </c:pt>
                <c:pt idx="828">
                  <c:v>-0.115964</c:v>
                </c:pt>
                <c:pt idx="829">
                  <c:v>-0.094547</c:v>
                </c:pt>
                <c:pt idx="830">
                  <c:v>-0.077107</c:v>
                </c:pt>
                <c:pt idx="831">
                  <c:v>-0.034998</c:v>
                </c:pt>
                <c:pt idx="832">
                  <c:v>-0.095124</c:v>
                </c:pt>
                <c:pt idx="833">
                  <c:v>-0.071589</c:v>
                </c:pt>
                <c:pt idx="834">
                  <c:v>-0.072248</c:v>
                </c:pt>
                <c:pt idx="835">
                  <c:v>-0.104732</c:v>
                </c:pt>
                <c:pt idx="836">
                  <c:v>-0.116357</c:v>
                </c:pt>
                <c:pt idx="837">
                  <c:v>-0.129849</c:v>
                </c:pt>
                <c:pt idx="838">
                  <c:v>-0.061982</c:v>
                </c:pt>
                <c:pt idx="839">
                  <c:v>-0.054733</c:v>
                </c:pt>
                <c:pt idx="840">
                  <c:v>-0.102215</c:v>
                </c:pt>
                <c:pt idx="841">
                  <c:v>-0.053516</c:v>
                </c:pt>
                <c:pt idx="842">
                  <c:v>-0.11338</c:v>
                </c:pt>
                <c:pt idx="843">
                  <c:v>-0.077735</c:v>
                </c:pt>
                <c:pt idx="844">
                  <c:v>-0.06067</c:v>
                </c:pt>
                <c:pt idx="845">
                  <c:v>-0.049751</c:v>
                </c:pt>
                <c:pt idx="846">
                  <c:v>-0.086273</c:v>
                </c:pt>
                <c:pt idx="847">
                  <c:v>-0.118058</c:v>
                </c:pt>
                <c:pt idx="848">
                  <c:v>-0.023687</c:v>
                </c:pt>
                <c:pt idx="849">
                  <c:v>-0.115394</c:v>
                </c:pt>
                <c:pt idx="850">
                  <c:v>-0.055717</c:v>
                </c:pt>
                <c:pt idx="851">
                  <c:v>-0.125419</c:v>
                </c:pt>
                <c:pt idx="852">
                  <c:v>-0.048791</c:v>
                </c:pt>
                <c:pt idx="853">
                  <c:v>-0.102278</c:v>
                </c:pt>
                <c:pt idx="854">
                  <c:v>-0.06729</c:v>
                </c:pt>
                <c:pt idx="855">
                  <c:v>-0.043278</c:v>
                </c:pt>
                <c:pt idx="856">
                  <c:v>-0.101977</c:v>
                </c:pt>
                <c:pt idx="857">
                  <c:v>-0.065425</c:v>
                </c:pt>
                <c:pt idx="858">
                  <c:v>-0.089191</c:v>
                </c:pt>
                <c:pt idx="859">
                  <c:v>-0.08245</c:v>
                </c:pt>
                <c:pt idx="860">
                  <c:v>-0.057048</c:v>
                </c:pt>
                <c:pt idx="861">
                  <c:v>-0.072132</c:v>
                </c:pt>
                <c:pt idx="862">
                  <c:v>-0.048138</c:v>
                </c:pt>
                <c:pt idx="863">
                  <c:v>-0.070488</c:v>
                </c:pt>
                <c:pt idx="864">
                  <c:v>-0.154325</c:v>
                </c:pt>
                <c:pt idx="865">
                  <c:v>-0.092611</c:v>
                </c:pt>
                <c:pt idx="866">
                  <c:v>-0.112736</c:v>
                </c:pt>
                <c:pt idx="867">
                  <c:v>-0.044749</c:v>
                </c:pt>
                <c:pt idx="868">
                  <c:v>-0.075249</c:v>
                </c:pt>
                <c:pt idx="869">
                  <c:v>-0.068737</c:v>
                </c:pt>
                <c:pt idx="870">
                  <c:v>-0.096479</c:v>
                </c:pt>
                <c:pt idx="871">
                  <c:v>-0.037364</c:v>
                </c:pt>
                <c:pt idx="872">
                  <c:v>-0.066795</c:v>
                </c:pt>
                <c:pt idx="873">
                  <c:v>-0.10368</c:v>
                </c:pt>
                <c:pt idx="874">
                  <c:v>-0.031902</c:v>
                </c:pt>
                <c:pt idx="875">
                  <c:v>-0.055682</c:v>
                </c:pt>
                <c:pt idx="876">
                  <c:v>-0.041139</c:v>
                </c:pt>
                <c:pt idx="877">
                  <c:v>-0.052128</c:v>
                </c:pt>
                <c:pt idx="878">
                  <c:v>-0.049235</c:v>
                </c:pt>
                <c:pt idx="879">
                  <c:v>-0.038361</c:v>
                </c:pt>
                <c:pt idx="880">
                  <c:v>-0.026146</c:v>
                </c:pt>
                <c:pt idx="881">
                  <c:v>-0.087001</c:v>
                </c:pt>
                <c:pt idx="882">
                  <c:v>-0.048279</c:v>
                </c:pt>
                <c:pt idx="883">
                  <c:v>-0.053884</c:v>
                </c:pt>
                <c:pt idx="884">
                  <c:v>-0.093239</c:v>
                </c:pt>
                <c:pt idx="885">
                  <c:v>-0.089525</c:v>
                </c:pt>
                <c:pt idx="886">
                  <c:v>-0.116217</c:v>
                </c:pt>
                <c:pt idx="887">
                  <c:v>-0.054521</c:v>
                </c:pt>
                <c:pt idx="888">
                  <c:v>-0.177212</c:v>
                </c:pt>
                <c:pt idx="889">
                  <c:v>-0.08804</c:v>
                </c:pt>
                <c:pt idx="890">
                  <c:v>-0.06831</c:v>
                </c:pt>
                <c:pt idx="891">
                  <c:v>-0.081205</c:v>
                </c:pt>
                <c:pt idx="892">
                  <c:v>-0.075374</c:v>
                </c:pt>
                <c:pt idx="893">
                  <c:v>-0.114316</c:v>
                </c:pt>
                <c:pt idx="894">
                  <c:v>-0.053462</c:v>
                </c:pt>
                <c:pt idx="895">
                  <c:v>-0.100785</c:v>
                </c:pt>
                <c:pt idx="896">
                  <c:v>-0.065956</c:v>
                </c:pt>
                <c:pt idx="897">
                  <c:v>-0.140374</c:v>
                </c:pt>
                <c:pt idx="898">
                  <c:v>-0.108354</c:v>
                </c:pt>
                <c:pt idx="899">
                  <c:v>-0.062182</c:v>
                </c:pt>
                <c:pt idx="900">
                  <c:v>-0.096754</c:v>
                </c:pt>
                <c:pt idx="901">
                  <c:v>-0.057971</c:v>
                </c:pt>
                <c:pt idx="902">
                  <c:v>-0.044732</c:v>
                </c:pt>
                <c:pt idx="903">
                  <c:v>-0.088504</c:v>
                </c:pt>
                <c:pt idx="904">
                  <c:v>-0.031634</c:v>
                </c:pt>
                <c:pt idx="905">
                  <c:v>-0.130119</c:v>
                </c:pt>
                <c:pt idx="906">
                  <c:v>-0.094175</c:v>
                </c:pt>
                <c:pt idx="907">
                  <c:v>-0.060775</c:v>
                </c:pt>
                <c:pt idx="908">
                  <c:v>-0.106748</c:v>
                </c:pt>
                <c:pt idx="909">
                  <c:v>-0.075951</c:v>
                </c:pt>
                <c:pt idx="910">
                  <c:v>-0.132401</c:v>
                </c:pt>
                <c:pt idx="911">
                  <c:v>-0.110947</c:v>
                </c:pt>
                <c:pt idx="912">
                  <c:v>-0.098684</c:v>
                </c:pt>
                <c:pt idx="913">
                  <c:v>-0.091063</c:v>
                </c:pt>
                <c:pt idx="914">
                  <c:v>-0.109098</c:v>
                </c:pt>
                <c:pt idx="915">
                  <c:v>-0.082747</c:v>
                </c:pt>
                <c:pt idx="916">
                  <c:v>-0.085565</c:v>
                </c:pt>
                <c:pt idx="917">
                  <c:v>-0.031064</c:v>
                </c:pt>
                <c:pt idx="918">
                  <c:v>-0.094077</c:v>
                </c:pt>
                <c:pt idx="919">
                  <c:v>-0.116368</c:v>
                </c:pt>
                <c:pt idx="920">
                  <c:v>-0.09037</c:v>
                </c:pt>
                <c:pt idx="921">
                  <c:v>-0.115278</c:v>
                </c:pt>
                <c:pt idx="922">
                  <c:v>-0.085253</c:v>
                </c:pt>
                <c:pt idx="923">
                  <c:v>-0.051254</c:v>
                </c:pt>
                <c:pt idx="924">
                  <c:v>-0.03774</c:v>
                </c:pt>
                <c:pt idx="925">
                  <c:v>-0.065569</c:v>
                </c:pt>
                <c:pt idx="926">
                  <c:v>-0.077713</c:v>
                </c:pt>
                <c:pt idx="927">
                  <c:v>-0.057265</c:v>
                </c:pt>
                <c:pt idx="928">
                  <c:v>-0.041501</c:v>
                </c:pt>
                <c:pt idx="929">
                  <c:v>-0.089588</c:v>
                </c:pt>
                <c:pt idx="930">
                  <c:v>-0.114659</c:v>
                </c:pt>
                <c:pt idx="931">
                  <c:v>-0.113765</c:v>
                </c:pt>
                <c:pt idx="932">
                  <c:v>-0.071798</c:v>
                </c:pt>
                <c:pt idx="933">
                  <c:v>-0.095795</c:v>
                </c:pt>
                <c:pt idx="934">
                  <c:v>-0.089535</c:v>
                </c:pt>
                <c:pt idx="935">
                  <c:v>-0.097498</c:v>
                </c:pt>
                <c:pt idx="936">
                  <c:v>-0.081024</c:v>
                </c:pt>
                <c:pt idx="937">
                  <c:v>-0.043377</c:v>
                </c:pt>
                <c:pt idx="938">
                  <c:v>-0.06888</c:v>
                </c:pt>
                <c:pt idx="939">
                  <c:v>-0.082554</c:v>
                </c:pt>
                <c:pt idx="940">
                  <c:v>-0.10375</c:v>
                </c:pt>
                <c:pt idx="941">
                  <c:v>-0.056472</c:v>
                </c:pt>
                <c:pt idx="942">
                  <c:v>-0.126238</c:v>
                </c:pt>
                <c:pt idx="943">
                  <c:v>-0.103921</c:v>
                </c:pt>
                <c:pt idx="944">
                  <c:v>-0.092627</c:v>
                </c:pt>
                <c:pt idx="945">
                  <c:v>-0.083943</c:v>
                </c:pt>
                <c:pt idx="946">
                  <c:v>-0.035793</c:v>
                </c:pt>
                <c:pt idx="947">
                  <c:v>-0.043699</c:v>
                </c:pt>
                <c:pt idx="948">
                  <c:v>-0.01698</c:v>
                </c:pt>
                <c:pt idx="949">
                  <c:v>-0.086352</c:v>
                </c:pt>
                <c:pt idx="950">
                  <c:v>-0.057089</c:v>
                </c:pt>
                <c:pt idx="951">
                  <c:v>-0.113462</c:v>
                </c:pt>
                <c:pt idx="952">
                  <c:v>-0.036508</c:v>
                </c:pt>
                <c:pt idx="953">
                  <c:v>-0.06065</c:v>
                </c:pt>
                <c:pt idx="954">
                  <c:v>-0.11532</c:v>
                </c:pt>
                <c:pt idx="955">
                  <c:v>-0.087891</c:v>
                </c:pt>
                <c:pt idx="956">
                  <c:v>-0.074655</c:v>
                </c:pt>
                <c:pt idx="957">
                  <c:v>-0.063541</c:v>
                </c:pt>
                <c:pt idx="958">
                  <c:v>-0.08268</c:v>
                </c:pt>
                <c:pt idx="959">
                  <c:v>-0.030733</c:v>
                </c:pt>
                <c:pt idx="960">
                  <c:v>-0.12008</c:v>
                </c:pt>
                <c:pt idx="961">
                  <c:v>-0.070927</c:v>
                </c:pt>
                <c:pt idx="962">
                  <c:v>-0.122422</c:v>
                </c:pt>
                <c:pt idx="963">
                  <c:v>-0.08697</c:v>
                </c:pt>
                <c:pt idx="964">
                  <c:v>-0.077906</c:v>
                </c:pt>
                <c:pt idx="965">
                  <c:v>-0.14097</c:v>
                </c:pt>
                <c:pt idx="966">
                  <c:v>-0.070719</c:v>
                </c:pt>
                <c:pt idx="967">
                  <c:v>-0.120649</c:v>
                </c:pt>
                <c:pt idx="968">
                  <c:v>-0.09078</c:v>
                </c:pt>
                <c:pt idx="969">
                  <c:v>-0.148198</c:v>
                </c:pt>
                <c:pt idx="970">
                  <c:v>-0.087625</c:v>
                </c:pt>
                <c:pt idx="971">
                  <c:v>-0.072329</c:v>
                </c:pt>
                <c:pt idx="972">
                  <c:v>-0.116881</c:v>
                </c:pt>
                <c:pt idx="973">
                  <c:v>-0.100936</c:v>
                </c:pt>
                <c:pt idx="974">
                  <c:v>-0.089024</c:v>
                </c:pt>
                <c:pt idx="975">
                  <c:v>-0.090405</c:v>
                </c:pt>
                <c:pt idx="976">
                  <c:v>-0.075447</c:v>
                </c:pt>
                <c:pt idx="977">
                  <c:v>-0.129979</c:v>
                </c:pt>
                <c:pt idx="978">
                  <c:v>-0.031302</c:v>
                </c:pt>
                <c:pt idx="979">
                  <c:v>-0.083102</c:v>
                </c:pt>
                <c:pt idx="980">
                  <c:v>-0.103043</c:v>
                </c:pt>
                <c:pt idx="981">
                  <c:v>-0.132501</c:v>
                </c:pt>
                <c:pt idx="982">
                  <c:v>-0.13049</c:v>
                </c:pt>
                <c:pt idx="983">
                  <c:v>-0.084171</c:v>
                </c:pt>
                <c:pt idx="984">
                  <c:v>-0.114888</c:v>
                </c:pt>
                <c:pt idx="985">
                  <c:v>-0.080757</c:v>
                </c:pt>
                <c:pt idx="986">
                  <c:v>-0.129411</c:v>
                </c:pt>
                <c:pt idx="987">
                  <c:v>-0.13265</c:v>
                </c:pt>
                <c:pt idx="988">
                  <c:v>-0.077214</c:v>
                </c:pt>
                <c:pt idx="989">
                  <c:v>-0.114696</c:v>
                </c:pt>
                <c:pt idx="990">
                  <c:v>-0.153072</c:v>
                </c:pt>
                <c:pt idx="991">
                  <c:v>-0.121426</c:v>
                </c:pt>
                <c:pt idx="992">
                  <c:v>-0.109965</c:v>
                </c:pt>
                <c:pt idx="993">
                  <c:v>-0.065631</c:v>
                </c:pt>
                <c:pt idx="994">
                  <c:v>-0.0776</c:v>
                </c:pt>
                <c:pt idx="995">
                  <c:v>-0.035779</c:v>
                </c:pt>
                <c:pt idx="996">
                  <c:v>-0.07254</c:v>
                </c:pt>
                <c:pt idx="997">
                  <c:v>-0.082211</c:v>
                </c:pt>
                <c:pt idx="998">
                  <c:v>-0.088406</c:v>
                </c:pt>
                <c:pt idx="999">
                  <c:v>-0.013822</c:v>
                </c:pt>
                <c:pt idx="1000">
                  <c:v>-0.104872</c:v>
                </c:pt>
                <c:pt idx="1001">
                  <c:v>-0.058085</c:v>
                </c:pt>
                <c:pt idx="1002">
                  <c:v>-0.07812</c:v>
                </c:pt>
                <c:pt idx="1003">
                  <c:v>-0.126642</c:v>
                </c:pt>
                <c:pt idx="1004">
                  <c:v>-0.063258</c:v>
                </c:pt>
                <c:pt idx="1005">
                  <c:v>-0.068839</c:v>
                </c:pt>
                <c:pt idx="1006">
                  <c:v>-0.08741</c:v>
                </c:pt>
                <c:pt idx="1007">
                  <c:v>-0.0812</c:v>
                </c:pt>
                <c:pt idx="1008">
                  <c:v>-0.074183</c:v>
                </c:pt>
                <c:pt idx="1009">
                  <c:v>-0.034192</c:v>
                </c:pt>
                <c:pt idx="1010">
                  <c:v>-0.108459</c:v>
                </c:pt>
                <c:pt idx="1011">
                  <c:v>-0.077975</c:v>
                </c:pt>
                <c:pt idx="1012">
                  <c:v>-0.115204</c:v>
                </c:pt>
                <c:pt idx="1013">
                  <c:v>-0.104285</c:v>
                </c:pt>
                <c:pt idx="1014">
                  <c:v>-0.072067</c:v>
                </c:pt>
                <c:pt idx="1015">
                  <c:v>-0.121614</c:v>
                </c:pt>
                <c:pt idx="1016">
                  <c:v>-0.069671</c:v>
                </c:pt>
                <c:pt idx="1017">
                  <c:v>-0.107155</c:v>
                </c:pt>
                <c:pt idx="1018">
                  <c:v>-0.110304</c:v>
                </c:pt>
                <c:pt idx="1019">
                  <c:v>-0.090644</c:v>
                </c:pt>
                <c:pt idx="1020">
                  <c:v>-0.116928</c:v>
                </c:pt>
                <c:pt idx="1021">
                  <c:v>-0.090231</c:v>
                </c:pt>
                <c:pt idx="1022">
                  <c:v>-0.071237</c:v>
                </c:pt>
                <c:pt idx="1023">
                  <c:v>-0.078674</c:v>
                </c:pt>
                <c:pt idx="1024">
                  <c:v>-0.117174</c:v>
                </c:pt>
                <c:pt idx="1025">
                  <c:v>-0.071519</c:v>
                </c:pt>
                <c:pt idx="1026">
                  <c:v>-0.032804</c:v>
                </c:pt>
                <c:pt idx="1027">
                  <c:v>-0.025698</c:v>
                </c:pt>
                <c:pt idx="1028">
                  <c:v>-0.060111</c:v>
                </c:pt>
                <c:pt idx="1029">
                  <c:v>-0.096417</c:v>
                </c:pt>
                <c:pt idx="1030">
                  <c:v>-0.097261</c:v>
                </c:pt>
                <c:pt idx="1031">
                  <c:v>-0.066873</c:v>
                </c:pt>
                <c:pt idx="1032">
                  <c:v>-0.121849</c:v>
                </c:pt>
                <c:pt idx="1033">
                  <c:v>-0.09243</c:v>
                </c:pt>
                <c:pt idx="1034">
                  <c:v>-0.099672</c:v>
                </c:pt>
                <c:pt idx="1035">
                  <c:v>-0.068599</c:v>
                </c:pt>
                <c:pt idx="1036">
                  <c:v>-0.071637</c:v>
                </c:pt>
                <c:pt idx="1037">
                  <c:v>-0.076421</c:v>
                </c:pt>
                <c:pt idx="1038">
                  <c:v>-0.123441</c:v>
                </c:pt>
                <c:pt idx="1039">
                  <c:v>-0.069928</c:v>
                </c:pt>
                <c:pt idx="1040">
                  <c:v>-0.075465</c:v>
                </c:pt>
                <c:pt idx="1041">
                  <c:v>-0.093472</c:v>
                </c:pt>
                <c:pt idx="1042">
                  <c:v>-0.119111</c:v>
                </c:pt>
                <c:pt idx="1043">
                  <c:v>-0.095221</c:v>
                </c:pt>
                <c:pt idx="1044">
                  <c:v>-0.114071</c:v>
                </c:pt>
                <c:pt idx="1045">
                  <c:v>-0.084585</c:v>
                </c:pt>
                <c:pt idx="1046">
                  <c:v>-0.055434</c:v>
                </c:pt>
                <c:pt idx="1047">
                  <c:v>-0.15506</c:v>
                </c:pt>
                <c:pt idx="1048">
                  <c:v>-0.059481</c:v>
                </c:pt>
                <c:pt idx="1049">
                  <c:v>-0.028288</c:v>
                </c:pt>
                <c:pt idx="1050">
                  <c:v>-0.055673</c:v>
                </c:pt>
                <c:pt idx="1051">
                  <c:v>-0.023028</c:v>
                </c:pt>
                <c:pt idx="1052">
                  <c:v>-0.053758</c:v>
                </c:pt>
                <c:pt idx="1053">
                  <c:v>-0.071826</c:v>
                </c:pt>
                <c:pt idx="1054">
                  <c:v>-0.07218</c:v>
                </c:pt>
                <c:pt idx="1055">
                  <c:v>-0.091264</c:v>
                </c:pt>
                <c:pt idx="1056">
                  <c:v>-0.053434</c:v>
                </c:pt>
                <c:pt idx="1057">
                  <c:v>-0.069997</c:v>
                </c:pt>
                <c:pt idx="1058">
                  <c:v>-0.070124</c:v>
                </c:pt>
                <c:pt idx="1059">
                  <c:v>-0.080137</c:v>
                </c:pt>
                <c:pt idx="1060">
                  <c:v>-0.067147</c:v>
                </c:pt>
                <c:pt idx="1061">
                  <c:v>-0.094898</c:v>
                </c:pt>
                <c:pt idx="1062">
                  <c:v>-0.060038</c:v>
                </c:pt>
                <c:pt idx="1063">
                  <c:v>-0.083187</c:v>
                </c:pt>
                <c:pt idx="1064">
                  <c:v>-0.037598</c:v>
                </c:pt>
                <c:pt idx="1065">
                  <c:v>-0.089666</c:v>
                </c:pt>
                <c:pt idx="1066">
                  <c:v>-0.061995</c:v>
                </c:pt>
                <c:pt idx="1067">
                  <c:v>-0.083372</c:v>
                </c:pt>
                <c:pt idx="1068">
                  <c:v>-0.107393</c:v>
                </c:pt>
                <c:pt idx="1069">
                  <c:v>-0.083482</c:v>
                </c:pt>
                <c:pt idx="1070">
                  <c:v>-0.057432</c:v>
                </c:pt>
                <c:pt idx="1071">
                  <c:v>-0.082012</c:v>
                </c:pt>
                <c:pt idx="1072">
                  <c:v>-0.109096</c:v>
                </c:pt>
                <c:pt idx="1073">
                  <c:v>-0.056259</c:v>
                </c:pt>
                <c:pt idx="1074">
                  <c:v>-0.104895</c:v>
                </c:pt>
                <c:pt idx="1075">
                  <c:v>-0.137484</c:v>
                </c:pt>
                <c:pt idx="1076">
                  <c:v>-0.07796</c:v>
                </c:pt>
                <c:pt idx="1077">
                  <c:v>-0.102823</c:v>
                </c:pt>
                <c:pt idx="1078">
                  <c:v>-0.076578</c:v>
                </c:pt>
                <c:pt idx="1079">
                  <c:v>-0.083889</c:v>
                </c:pt>
                <c:pt idx="1080">
                  <c:v>-0.090254</c:v>
                </c:pt>
                <c:pt idx="1081">
                  <c:v>-0.074141</c:v>
                </c:pt>
                <c:pt idx="1082">
                  <c:v>-0.083315</c:v>
                </c:pt>
                <c:pt idx="1083">
                  <c:v>-0.120418</c:v>
                </c:pt>
                <c:pt idx="1084">
                  <c:v>-0.108052</c:v>
                </c:pt>
                <c:pt idx="1085">
                  <c:v>-0.092769</c:v>
                </c:pt>
                <c:pt idx="1086">
                  <c:v>-0.037708</c:v>
                </c:pt>
                <c:pt idx="1087">
                  <c:v>-0.057827</c:v>
                </c:pt>
                <c:pt idx="1088">
                  <c:v>-0.147852</c:v>
                </c:pt>
                <c:pt idx="1089">
                  <c:v>-0.109775</c:v>
                </c:pt>
                <c:pt idx="1090">
                  <c:v>-0.074274</c:v>
                </c:pt>
                <c:pt idx="1091">
                  <c:v>-0.036666</c:v>
                </c:pt>
                <c:pt idx="1092">
                  <c:v>-0.068574</c:v>
                </c:pt>
              </c:numCache>
            </c:numRef>
          </c:xVal>
          <c:yVal>
            <c:numRef>
              <c:f>'Chart Data'!$B$2:$B$1094</c:f>
              <c:numCache>
                <c:formatCode>0.0</c:formatCode>
                <c:ptCount val="1093"/>
                <c:pt idx="0">
                  <c:v>0.244748</c:v>
                </c:pt>
                <c:pt idx="1">
                  <c:v>0.212419</c:v>
                </c:pt>
                <c:pt idx="2">
                  <c:v>0.26569</c:v>
                </c:pt>
                <c:pt idx="3">
                  <c:v>0.200795</c:v>
                </c:pt>
                <c:pt idx="4">
                  <c:v>0.218431</c:v>
                </c:pt>
                <c:pt idx="5">
                  <c:v>0.193384</c:v>
                </c:pt>
                <c:pt idx="6">
                  <c:v>0.17096</c:v>
                </c:pt>
                <c:pt idx="7">
                  <c:v>0.198462</c:v>
                </c:pt>
                <c:pt idx="8">
                  <c:v>0.176492</c:v>
                </c:pt>
                <c:pt idx="9">
                  <c:v>0.171937</c:v>
                </c:pt>
                <c:pt idx="10">
                  <c:v>0.15671</c:v>
                </c:pt>
                <c:pt idx="11">
                  <c:v>0.138918</c:v>
                </c:pt>
                <c:pt idx="12">
                  <c:v>0.127027</c:v>
                </c:pt>
                <c:pt idx="13">
                  <c:v>0.172159</c:v>
                </c:pt>
                <c:pt idx="14">
                  <c:v>0.115774</c:v>
                </c:pt>
                <c:pt idx="15">
                  <c:v>0.114064</c:v>
                </c:pt>
                <c:pt idx="16">
                  <c:v>0.121447</c:v>
                </c:pt>
                <c:pt idx="17">
                  <c:v>0.161886</c:v>
                </c:pt>
                <c:pt idx="18">
                  <c:v>0.145502</c:v>
                </c:pt>
                <c:pt idx="19">
                  <c:v>0.183046</c:v>
                </c:pt>
                <c:pt idx="20">
                  <c:v>0.177074</c:v>
                </c:pt>
                <c:pt idx="21">
                  <c:v>0.162062</c:v>
                </c:pt>
                <c:pt idx="22">
                  <c:v>0.10847</c:v>
                </c:pt>
                <c:pt idx="23">
                  <c:v>0.307797</c:v>
                </c:pt>
                <c:pt idx="24">
                  <c:v>0.316098</c:v>
                </c:pt>
                <c:pt idx="25">
                  <c:v>0.241874</c:v>
                </c:pt>
                <c:pt idx="26">
                  <c:v>0.204849</c:v>
                </c:pt>
                <c:pt idx="27">
                  <c:v>0.317547</c:v>
                </c:pt>
                <c:pt idx="28">
                  <c:v>0.204916</c:v>
                </c:pt>
                <c:pt idx="29">
                  <c:v>0.318418</c:v>
                </c:pt>
                <c:pt idx="30">
                  <c:v>0.287695</c:v>
                </c:pt>
                <c:pt idx="31">
                  <c:v>0.356993</c:v>
                </c:pt>
                <c:pt idx="32">
                  <c:v>0.191993</c:v>
                </c:pt>
                <c:pt idx="33">
                  <c:v>0.195726</c:v>
                </c:pt>
                <c:pt idx="34">
                  <c:v>0.183338</c:v>
                </c:pt>
                <c:pt idx="35">
                  <c:v>0.151915</c:v>
                </c:pt>
                <c:pt idx="36">
                  <c:v>0.246592</c:v>
                </c:pt>
                <c:pt idx="37">
                  <c:v>0.20339</c:v>
                </c:pt>
                <c:pt idx="38">
                  <c:v>0.205032</c:v>
                </c:pt>
                <c:pt idx="39">
                  <c:v>0.181419</c:v>
                </c:pt>
                <c:pt idx="40">
                  <c:v>0.176668</c:v>
                </c:pt>
                <c:pt idx="41">
                  <c:v>0.184585</c:v>
                </c:pt>
                <c:pt idx="42">
                  <c:v>0.221327</c:v>
                </c:pt>
                <c:pt idx="43">
                  <c:v>0.181155</c:v>
                </c:pt>
                <c:pt idx="44">
                  <c:v>0.189784</c:v>
                </c:pt>
                <c:pt idx="45">
                  <c:v>0.193634</c:v>
                </c:pt>
                <c:pt idx="46">
                  <c:v>0.131653</c:v>
                </c:pt>
                <c:pt idx="47">
                  <c:v>0.150971</c:v>
                </c:pt>
                <c:pt idx="48">
                  <c:v>0.169087</c:v>
                </c:pt>
                <c:pt idx="49">
                  <c:v>0.115841</c:v>
                </c:pt>
                <c:pt idx="50">
                  <c:v>0.189742</c:v>
                </c:pt>
                <c:pt idx="51">
                  <c:v>0.132156</c:v>
                </c:pt>
                <c:pt idx="52">
                  <c:v>0.148689</c:v>
                </c:pt>
                <c:pt idx="53">
                  <c:v>0.092295</c:v>
                </c:pt>
                <c:pt idx="54">
                  <c:v>0.187836</c:v>
                </c:pt>
                <c:pt idx="55">
                  <c:v>0.1527</c:v>
                </c:pt>
                <c:pt idx="56">
                  <c:v>0.15113</c:v>
                </c:pt>
                <c:pt idx="57">
                  <c:v>0.165732</c:v>
                </c:pt>
                <c:pt idx="58">
                  <c:v>0.202598</c:v>
                </c:pt>
                <c:pt idx="59">
                  <c:v>0.184727</c:v>
                </c:pt>
                <c:pt idx="60">
                  <c:v>0.141127</c:v>
                </c:pt>
                <c:pt idx="61">
                  <c:v>0.174275</c:v>
                </c:pt>
                <c:pt idx="62">
                  <c:v>0.201772</c:v>
                </c:pt>
                <c:pt idx="63">
                  <c:v>0.186409</c:v>
                </c:pt>
                <c:pt idx="64">
                  <c:v>0.1571</c:v>
                </c:pt>
                <c:pt idx="65">
                  <c:v>0.153876</c:v>
                </c:pt>
                <c:pt idx="66">
                  <c:v>0.14242</c:v>
                </c:pt>
                <c:pt idx="67">
                  <c:v>0.175027</c:v>
                </c:pt>
                <c:pt idx="68">
                  <c:v>0.187513</c:v>
                </c:pt>
                <c:pt idx="69">
                  <c:v>0.150258</c:v>
                </c:pt>
                <c:pt idx="70">
                  <c:v>0.151123</c:v>
                </c:pt>
                <c:pt idx="71">
                  <c:v>0.241092</c:v>
                </c:pt>
                <c:pt idx="72">
                  <c:v>0.181502</c:v>
                </c:pt>
                <c:pt idx="73">
                  <c:v>0.174291</c:v>
                </c:pt>
                <c:pt idx="74">
                  <c:v>0.158436</c:v>
                </c:pt>
                <c:pt idx="75">
                  <c:v>0.126297</c:v>
                </c:pt>
                <c:pt idx="76">
                  <c:v>0.176984</c:v>
                </c:pt>
                <c:pt idx="77">
                  <c:v>0.181791</c:v>
                </c:pt>
                <c:pt idx="78">
                  <c:v>0.20336</c:v>
                </c:pt>
                <c:pt idx="79">
                  <c:v>0.187686</c:v>
                </c:pt>
                <c:pt idx="80">
                  <c:v>0.192917</c:v>
                </c:pt>
                <c:pt idx="81">
                  <c:v>0.162801</c:v>
                </c:pt>
                <c:pt idx="82">
                  <c:v>0.16083</c:v>
                </c:pt>
                <c:pt idx="83">
                  <c:v>0.150526</c:v>
                </c:pt>
                <c:pt idx="84">
                  <c:v>0.169028</c:v>
                </c:pt>
                <c:pt idx="85">
                  <c:v>0.217508</c:v>
                </c:pt>
                <c:pt idx="86">
                  <c:v>0.179177</c:v>
                </c:pt>
                <c:pt idx="87">
                  <c:v>0.27947</c:v>
                </c:pt>
                <c:pt idx="88">
                  <c:v>0.168564</c:v>
                </c:pt>
                <c:pt idx="89">
                  <c:v>0.155754</c:v>
                </c:pt>
                <c:pt idx="90">
                  <c:v>0.150439</c:v>
                </c:pt>
                <c:pt idx="91">
                  <c:v>0.207034</c:v>
                </c:pt>
                <c:pt idx="92">
                  <c:v>0.123361</c:v>
                </c:pt>
                <c:pt idx="93">
                  <c:v>0.17565</c:v>
                </c:pt>
                <c:pt idx="94">
                  <c:v>0.143823</c:v>
                </c:pt>
                <c:pt idx="95">
                  <c:v>0.145159</c:v>
                </c:pt>
                <c:pt idx="96">
                  <c:v>0.171337</c:v>
                </c:pt>
                <c:pt idx="97">
                  <c:v>0.184945</c:v>
                </c:pt>
                <c:pt idx="98">
                  <c:v>0.127086</c:v>
                </c:pt>
                <c:pt idx="99">
                  <c:v>0.15544</c:v>
                </c:pt>
                <c:pt idx="100">
                  <c:v>0.149836</c:v>
                </c:pt>
                <c:pt idx="101">
                  <c:v>0.098296</c:v>
                </c:pt>
                <c:pt idx="102">
                  <c:v>0.166258</c:v>
                </c:pt>
                <c:pt idx="103">
                  <c:v>0.220962</c:v>
                </c:pt>
                <c:pt idx="104">
                  <c:v>0.173017</c:v>
                </c:pt>
                <c:pt idx="105">
                  <c:v>0.177048</c:v>
                </c:pt>
                <c:pt idx="106">
                  <c:v>0.171021</c:v>
                </c:pt>
                <c:pt idx="107">
                  <c:v>0.149226</c:v>
                </c:pt>
                <c:pt idx="108">
                  <c:v>0.1072</c:v>
                </c:pt>
                <c:pt idx="109">
                  <c:v>0.136953</c:v>
                </c:pt>
                <c:pt idx="110">
                  <c:v>0.127941</c:v>
                </c:pt>
                <c:pt idx="111">
                  <c:v>0.107717</c:v>
                </c:pt>
                <c:pt idx="112">
                  <c:v>0.136938</c:v>
                </c:pt>
                <c:pt idx="113">
                  <c:v>0.121909</c:v>
                </c:pt>
                <c:pt idx="114">
                  <c:v>0.078282</c:v>
                </c:pt>
                <c:pt idx="115">
                  <c:v>0.12496</c:v>
                </c:pt>
                <c:pt idx="116">
                  <c:v>0.108707</c:v>
                </c:pt>
                <c:pt idx="117">
                  <c:v>0.123258</c:v>
                </c:pt>
                <c:pt idx="118">
                  <c:v>0.078707</c:v>
                </c:pt>
                <c:pt idx="119">
                  <c:v>0.121072</c:v>
                </c:pt>
                <c:pt idx="120">
                  <c:v>0.085409</c:v>
                </c:pt>
                <c:pt idx="121">
                  <c:v>0.17137</c:v>
                </c:pt>
                <c:pt idx="122">
                  <c:v>0.107358</c:v>
                </c:pt>
                <c:pt idx="123">
                  <c:v>0.158546</c:v>
                </c:pt>
                <c:pt idx="124">
                  <c:v>0.222626</c:v>
                </c:pt>
                <c:pt idx="125">
                  <c:v>0.14866</c:v>
                </c:pt>
                <c:pt idx="126">
                  <c:v>0.169186</c:v>
                </c:pt>
                <c:pt idx="127">
                  <c:v>0.148557</c:v>
                </c:pt>
                <c:pt idx="128">
                  <c:v>0.183237</c:v>
                </c:pt>
                <c:pt idx="129">
                  <c:v>0.15913</c:v>
                </c:pt>
                <c:pt idx="130">
                  <c:v>0.134229</c:v>
                </c:pt>
                <c:pt idx="131">
                  <c:v>0.121276</c:v>
                </c:pt>
                <c:pt idx="132">
                  <c:v>0.18016</c:v>
                </c:pt>
                <c:pt idx="133">
                  <c:v>0.16663</c:v>
                </c:pt>
                <c:pt idx="134">
                  <c:v>0.1833</c:v>
                </c:pt>
                <c:pt idx="135">
                  <c:v>0.09704</c:v>
                </c:pt>
                <c:pt idx="136">
                  <c:v>0.159514</c:v>
                </c:pt>
                <c:pt idx="137">
                  <c:v>0.147575</c:v>
                </c:pt>
                <c:pt idx="138">
                  <c:v>0.155987</c:v>
                </c:pt>
                <c:pt idx="139">
                  <c:v>0.116241</c:v>
                </c:pt>
                <c:pt idx="140">
                  <c:v>0.055978</c:v>
                </c:pt>
                <c:pt idx="141">
                  <c:v>0.128569</c:v>
                </c:pt>
                <c:pt idx="142">
                  <c:v>0.1366</c:v>
                </c:pt>
                <c:pt idx="143">
                  <c:v>0.147007</c:v>
                </c:pt>
                <c:pt idx="144">
                  <c:v>0.1471</c:v>
                </c:pt>
                <c:pt idx="145">
                  <c:v>0.145933</c:v>
                </c:pt>
                <c:pt idx="146">
                  <c:v>0.20482</c:v>
                </c:pt>
                <c:pt idx="147">
                  <c:v>0.161523</c:v>
                </c:pt>
                <c:pt idx="148">
                  <c:v>0.226871</c:v>
                </c:pt>
                <c:pt idx="149">
                  <c:v>0.168959</c:v>
                </c:pt>
                <c:pt idx="150">
                  <c:v>0.152095</c:v>
                </c:pt>
                <c:pt idx="151">
                  <c:v>0.143285</c:v>
                </c:pt>
                <c:pt idx="152">
                  <c:v>0.113296</c:v>
                </c:pt>
                <c:pt idx="153">
                  <c:v>0.175596</c:v>
                </c:pt>
                <c:pt idx="154">
                  <c:v>0.154572</c:v>
                </c:pt>
                <c:pt idx="155">
                  <c:v>0.124428</c:v>
                </c:pt>
                <c:pt idx="156">
                  <c:v>0.119655</c:v>
                </c:pt>
                <c:pt idx="157">
                  <c:v>0.14457</c:v>
                </c:pt>
                <c:pt idx="158">
                  <c:v>0.119932</c:v>
                </c:pt>
                <c:pt idx="159">
                  <c:v>0.136424</c:v>
                </c:pt>
                <c:pt idx="160">
                  <c:v>0.146566</c:v>
                </c:pt>
                <c:pt idx="161">
                  <c:v>0.127345</c:v>
                </c:pt>
                <c:pt idx="162">
                  <c:v>0.144458</c:v>
                </c:pt>
                <c:pt idx="163">
                  <c:v>0.150953</c:v>
                </c:pt>
                <c:pt idx="164">
                  <c:v>0.127269</c:v>
                </c:pt>
                <c:pt idx="165">
                  <c:v>0.173734</c:v>
                </c:pt>
                <c:pt idx="166">
                  <c:v>0.124435</c:v>
                </c:pt>
                <c:pt idx="167">
                  <c:v>0.154264</c:v>
                </c:pt>
                <c:pt idx="168">
                  <c:v>0.162544</c:v>
                </c:pt>
                <c:pt idx="169">
                  <c:v>0.206143</c:v>
                </c:pt>
                <c:pt idx="170">
                  <c:v>0.126524</c:v>
                </c:pt>
                <c:pt idx="171">
                  <c:v>0.128486</c:v>
                </c:pt>
                <c:pt idx="172">
                  <c:v>0.101563</c:v>
                </c:pt>
                <c:pt idx="173">
                  <c:v>0.159244</c:v>
                </c:pt>
                <c:pt idx="174">
                  <c:v>0.123712</c:v>
                </c:pt>
                <c:pt idx="175">
                  <c:v>0.183581</c:v>
                </c:pt>
                <c:pt idx="176">
                  <c:v>0.172769</c:v>
                </c:pt>
                <c:pt idx="177">
                  <c:v>0.171032</c:v>
                </c:pt>
                <c:pt idx="178">
                  <c:v>0.129396</c:v>
                </c:pt>
                <c:pt idx="179">
                  <c:v>0.162734</c:v>
                </c:pt>
                <c:pt idx="180">
                  <c:v>0.145042</c:v>
                </c:pt>
                <c:pt idx="181">
                  <c:v>0.200201</c:v>
                </c:pt>
                <c:pt idx="182">
                  <c:v>0.170542</c:v>
                </c:pt>
                <c:pt idx="183">
                  <c:v>0.141763</c:v>
                </c:pt>
                <c:pt idx="184">
                  <c:v>0.155173</c:v>
                </c:pt>
                <c:pt idx="185">
                  <c:v>0.230742</c:v>
                </c:pt>
                <c:pt idx="186">
                  <c:v>0.175169</c:v>
                </c:pt>
                <c:pt idx="187">
                  <c:v>0.114606</c:v>
                </c:pt>
                <c:pt idx="188">
                  <c:v>0.135617</c:v>
                </c:pt>
                <c:pt idx="189">
                  <c:v>0.133245</c:v>
                </c:pt>
                <c:pt idx="190">
                  <c:v>0.185943</c:v>
                </c:pt>
                <c:pt idx="191">
                  <c:v>0.128599</c:v>
                </c:pt>
                <c:pt idx="192">
                  <c:v>0.201736</c:v>
                </c:pt>
                <c:pt idx="193">
                  <c:v>0.146935</c:v>
                </c:pt>
                <c:pt idx="194">
                  <c:v>0.061589</c:v>
                </c:pt>
                <c:pt idx="195">
                  <c:v>0.177297</c:v>
                </c:pt>
                <c:pt idx="196">
                  <c:v>0.081205</c:v>
                </c:pt>
                <c:pt idx="197">
                  <c:v>0.105555</c:v>
                </c:pt>
                <c:pt idx="198">
                  <c:v>0.061692</c:v>
                </c:pt>
                <c:pt idx="199">
                  <c:v>0.064972</c:v>
                </c:pt>
                <c:pt idx="200">
                  <c:v>0.083952</c:v>
                </c:pt>
                <c:pt idx="201">
                  <c:v>0.135268</c:v>
                </c:pt>
                <c:pt idx="202">
                  <c:v>0.10002</c:v>
                </c:pt>
                <c:pt idx="203">
                  <c:v>0.069378</c:v>
                </c:pt>
                <c:pt idx="204">
                  <c:v>0.110746</c:v>
                </c:pt>
                <c:pt idx="205">
                  <c:v>0.15627</c:v>
                </c:pt>
                <c:pt idx="206">
                  <c:v>0.14386</c:v>
                </c:pt>
                <c:pt idx="207">
                  <c:v>0.15982</c:v>
                </c:pt>
                <c:pt idx="208">
                  <c:v>0.166678</c:v>
                </c:pt>
                <c:pt idx="209">
                  <c:v>0.224928</c:v>
                </c:pt>
                <c:pt idx="210">
                  <c:v>0.203549</c:v>
                </c:pt>
                <c:pt idx="211">
                  <c:v>0.111048</c:v>
                </c:pt>
                <c:pt idx="212">
                  <c:v>0.222475</c:v>
                </c:pt>
                <c:pt idx="213">
                  <c:v>0.14953</c:v>
                </c:pt>
                <c:pt idx="214">
                  <c:v>0.153595</c:v>
                </c:pt>
                <c:pt idx="215">
                  <c:v>0.190135</c:v>
                </c:pt>
                <c:pt idx="216">
                  <c:v>0.185079</c:v>
                </c:pt>
                <c:pt idx="217">
                  <c:v>0.152844</c:v>
                </c:pt>
                <c:pt idx="218">
                  <c:v>0.201768</c:v>
                </c:pt>
                <c:pt idx="219">
                  <c:v>0.138945</c:v>
                </c:pt>
                <c:pt idx="220">
                  <c:v>0.157601</c:v>
                </c:pt>
                <c:pt idx="221">
                  <c:v>0.189882</c:v>
                </c:pt>
                <c:pt idx="222">
                  <c:v>0.144849</c:v>
                </c:pt>
                <c:pt idx="223">
                  <c:v>0.146516</c:v>
                </c:pt>
                <c:pt idx="224">
                  <c:v>0.195047</c:v>
                </c:pt>
                <c:pt idx="225">
                  <c:v>0.170472</c:v>
                </c:pt>
                <c:pt idx="226">
                  <c:v>0.225486</c:v>
                </c:pt>
                <c:pt idx="227">
                  <c:v>0.175548</c:v>
                </c:pt>
                <c:pt idx="228">
                  <c:v>0.195592</c:v>
                </c:pt>
                <c:pt idx="229">
                  <c:v>0.156407</c:v>
                </c:pt>
                <c:pt idx="230">
                  <c:v>0.172315</c:v>
                </c:pt>
                <c:pt idx="231">
                  <c:v>0.144664</c:v>
                </c:pt>
                <c:pt idx="232">
                  <c:v>0.182892</c:v>
                </c:pt>
                <c:pt idx="233">
                  <c:v>0.161197</c:v>
                </c:pt>
                <c:pt idx="234">
                  <c:v>0.146062</c:v>
                </c:pt>
                <c:pt idx="235">
                  <c:v>0.177894</c:v>
                </c:pt>
                <c:pt idx="236">
                  <c:v>0.169586</c:v>
                </c:pt>
                <c:pt idx="237">
                  <c:v>0.170978</c:v>
                </c:pt>
                <c:pt idx="238">
                  <c:v>0.137339</c:v>
                </c:pt>
                <c:pt idx="239">
                  <c:v>0.173681</c:v>
                </c:pt>
                <c:pt idx="240">
                  <c:v>0.125</c:v>
                </c:pt>
                <c:pt idx="241">
                  <c:v>0.139385</c:v>
                </c:pt>
                <c:pt idx="242">
                  <c:v>0.108011</c:v>
                </c:pt>
                <c:pt idx="243">
                  <c:v>0.153717</c:v>
                </c:pt>
                <c:pt idx="244">
                  <c:v>0.165264</c:v>
                </c:pt>
                <c:pt idx="245">
                  <c:v>0.159298</c:v>
                </c:pt>
                <c:pt idx="246">
                  <c:v>0.154439</c:v>
                </c:pt>
                <c:pt idx="247">
                  <c:v>0.158256</c:v>
                </c:pt>
                <c:pt idx="248">
                  <c:v>0.13339</c:v>
                </c:pt>
                <c:pt idx="249">
                  <c:v>0.129767</c:v>
                </c:pt>
                <c:pt idx="250">
                  <c:v>0.141546</c:v>
                </c:pt>
                <c:pt idx="251">
                  <c:v>0.143136</c:v>
                </c:pt>
                <c:pt idx="252">
                  <c:v>0.142114</c:v>
                </c:pt>
                <c:pt idx="253">
                  <c:v>0.162575</c:v>
                </c:pt>
                <c:pt idx="254">
                  <c:v>0.163438</c:v>
                </c:pt>
                <c:pt idx="255">
                  <c:v>0.111359</c:v>
                </c:pt>
                <c:pt idx="256">
                  <c:v>0.154513</c:v>
                </c:pt>
                <c:pt idx="257">
                  <c:v>0.135234</c:v>
                </c:pt>
                <c:pt idx="258">
                  <c:v>0.188846</c:v>
                </c:pt>
                <c:pt idx="259">
                  <c:v>0.136338</c:v>
                </c:pt>
                <c:pt idx="260">
                  <c:v>0.167446</c:v>
                </c:pt>
                <c:pt idx="261">
                  <c:v>0.125774</c:v>
                </c:pt>
                <c:pt idx="262">
                  <c:v>0.113848</c:v>
                </c:pt>
                <c:pt idx="263">
                  <c:v>0.104723</c:v>
                </c:pt>
                <c:pt idx="264">
                  <c:v>0.130443</c:v>
                </c:pt>
                <c:pt idx="265">
                  <c:v>0.101356</c:v>
                </c:pt>
                <c:pt idx="266">
                  <c:v>0.082662</c:v>
                </c:pt>
                <c:pt idx="267">
                  <c:v>0.155184</c:v>
                </c:pt>
                <c:pt idx="268">
                  <c:v>0.191493</c:v>
                </c:pt>
                <c:pt idx="269">
                  <c:v>0.166401</c:v>
                </c:pt>
                <c:pt idx="270">
                  <c:v>0.073266</c:v>
                </c:pt>
                <c:pt idx="271">
                  <c:v>0.056913</c:v>
                </c:pt>
                <c:pt idx="272">
                  <c:v>0.111899</c:v>
                </c:pt>
                <c:pt idx="273">
                  <c:v>0.126347</c:v>
                </c:pt>
                <c:pt idx="274">
                  <c:v>0.106672</c:v>
                </c:pt>
                <c:pt idx="275">
                  <c:v>0.185061</c:v>
                </c:pt>
                <c:pt idx="276">
                  <c:v>0.082032</c:v>
                </c:pt>
                <c:pt idx="277">
                  <c:v>0.120909</c:v>
                </c:pt>
                <c:pt idx="278">
                  <c:v>0.077816</c:v>
                </c:pt>
                <c:pt idx="279">
                  <c:v>0.103597</c:v>
                </c:pt>
                <c:pt idx="280">
                  <c:v>0.112729</c:v>
                </c:pt>
                <c:pt idx="281">
                  <c:v>0.235077</c:v>
                </c:pt>
                <c:pt idx="282">
                  <c:v>0.221039</c:v>
                </c:pt>
                <c:pt idx="283">
                  <c:v>0.269948</c:v>
                </c:pt>
                <c:pt idx="284">
                  <c:v>0.209719</c:v>
                </c:pt>
                <c:pt idx="285">
                  <c:v>0.205866</c:v>
                </c:pt>
                <c:pt idx="286">
                  <c:v>0.210051</c:v>
                </c:pt>
                <c:pt idx="287">
                  <c:v>0.250369</c:v>
                </c:pt>
                <c:pt idx="288">
                  <c:v>0.233885</c:v>
                </c:pt>
                <c:pt idx="289">
                  <c:v>0.254657</c:v>
                </c:pt>
                <c:pt idx="290">
                  <c:v>0.244566</c:v>
                </c:pt>
                <c:pt idx="291">
                  <c:v>0.227823</c:v>
                </c:pt>
                <c:pt idx="292">
                  <c:v>0.252569</c:v>
                </c:pt>
                <c:pt idx="293">
                  <c:v>0.214231</c:v>
                </c:pt>
                <c:pt idx="294">
                  <c:v>0.197453</c:v>
                </c:pt>
                <c:pt idx="295">
                  <c:v>0.317571</c:v>
                </c:pt>
                <c:pt idx="296">
                  <c:v>0.265464</c:v>
                </c:pt>
                <c:pt idx="297">
                  <c:v>0.269915</c:v>
                </c:pt>
                <c:pt idx="298">
                  <c:v>0.280945</c:v>
                </c:pt>
                <c:pt idx="299">
                  <c:v>0.238455</c:v>
                </c:pt>
                <c:pt idx="300">
                  <c:v>0.308523</c:v>
                </c:pt>
                <c:pt idx="301">
                  <c:v>0.152651</c:v>
                </c:pt>
                <c:pt idx="302">
                  <c:v>0.111594</c:v>
                </c:pt>
                <c:pt idx="303">
                  <c:v>0.091088</c:v>
                </c:pt>
                <c:pt idx="304">
                  <c:v>0.124786</c:v>
                </c:pt>
                <c:pt idx="305">
                  <c:v>0.160799</c:v>
                </c:pt>
                <c:pt idx="306">
                  <c:v>0.13123</c:v>
                </c:pt>
                <c:pt idx="307">
                  <c:v>0.069022</c:v>
                </c:pt>
                <c:pt idx="308">
                  <c:v>0.177129</c:v>
                </c:pt>
                <c:pt idx="309">
                  <c:v>0.082344</c:v>
                </c:pt>
                <c:pt idx="310">
                  <c:v>0.07988</c:v>
                </c:pt>
                <c:pt idx="311">
                  <c:v>0.06587</c:v>
                </c:pt>
                <c:pt idx="312">
                  <c:v>0.073046</c:v>
                </c:pt>
                <c:pt idx="313">
                  <c:v>0.081366</c:v>
                </c:pt>
                <c:pt idx="314">
                  <c:v>0.062019</c:v>
                </c:pt>
                <c:pt idx="315">
                  <c:v>0.130294</c:v>
                </c:pt>
                <c:pt idx="316">
                  <c:v>0.144104</c:v>
                </c:pt>
                <c:pt idx="317">
                  <c:v>0.169427</c:v>
                </c:pt>
                <c:pt idx="318">
                  <c:v>0.196139</c:v>
                </c:pt>
                <c:pt idx="319">
                  <c:v>0.14645</c:v>
                </c:pt>
                <c:pt idx="320">
                  <c:v>0.151828</c:v>
                </c:pt>
                <c:pt idx="321">
                  <c:v>0.149467</c:v>
                </c:pt>
                <c:pt idx="322">
                  <c:v>0.177094</c:v>
                </c:pt>
                <c:pt idx="323">
                  <c:v>0.154583</c:v>
                </c:pt>
                <c:pt idx="324">
                  <c:v>0.168672</c:v>
                </c:pt>
                <c:pt idx="325">
                  <c:v>0.081318</c:v>
                </c:pt>
                <c:pt idx="326">
                  <c:v>0.156631</c:v>
                </c:pt>
                <c:pt idx="327">
                  <c:v>0.126132</c:v>
                </c:pt>
                <c:pt idx="328">
                  <c:v>0.13896</c:v>
                </c:pt>
                <c:pt idx="329">
                  <c:v>0.166527</c:v>
                </c:pt>
                <c:pt idx="330">
                  <c:v>0.191838</c:v>
                </c:pt>
                <c:pt idx="331">
                  <c:v>0.168397</c:v>
                </c:pt>
                <c:pt idx="332">
                  <c:v>0.21114</c:v>
                </c:pt>
                <c:pt idx="333">
                  <c:v>0.21887</c:v>
                </c:pt>
                <c:pt idx="334">
                  <c:v>0.263207</c:v>
                </c:pt>
                <c:pt idx="335">
                  <c:v>0.222248</c:v>
                </c:pt>
                <c:pt idx="336">
                  <c:v>0.206022</c:v>
                </c:pt>
                <c:pt idx="337">
                  <c:v>0.21265</c:v>
                </c:pt>
                <c:pt idx="338">
                  <c:v>0.207228</c:v>
                </c:pt>
                <c:pt idx="339">
                  <c:v>0.246502</c:v>
                </c:pt>
                <c:pt idx="340">
                  <c:v>0.156165</c:v>
                </c:pt>
                <c:pt idx="341">
                  <c:v>0.194944</c:v>
                </c:pt>
                <c:pt idx="342">
                  <c:v>0.226565</c:v>
                </c:pt>
                <c:pt idx="343">
                  <c:v>0.187004</c:v>
                </c:pt>
                <c:pt idx="344">
                  <c:v>0.184684</c:v>
                </c:pt>
                <c:pt idx="345">
                  <c:v>0.201632</c:v>
                </c:pt>
                <c:pt idx="346">
                  <c:v>0.173371</c:v>
                </c:pt>
                <c:pt idx="347">
                  <c:v>0.190483</c:v>
                </c:pt>
                <c:pt idx="348">
                  <c:v>0.184457</c:v>
                </c:pt>
                <c:pt idx="349">
                  <c:v>0.176548</c:v>
                </c:pt>
                <c:pt idx="350">
                  <c:v>0.17497</c:v>
                </c:pt>
                <c:pt idx="351">
                  <c:v>0.240824</c:v>
                </c:pt>
                <c:pt idx="352">
                  <c:v>0.226462</c:v>
                </c:pt>
                <c:pt idx="353">
                  <c:v>0.24606</c:v>
                </c:pt>
                <c:pt idx="354">
                  <c:v>0.213662</c:v>
                </c:pt>
                <c:pt idx="355">
                  <c:v>0.208589</c:v>
                </c:pt>
                <c:pt idx="356">
                  <c:v>0.215453</c:v>
                </c:pt>
                <c:pt idx="357">
                  <c:v>0.206108</c:v>
                </c:pt>
                <c:pt idx="358">
                  <c:v>0.183947</c:v>
                </c:pt>
                <c:pt idx="359">
                  <c:v>0.21407</c:v>
                </c:pt>
                <c:pt idx="360">
                  <c:v>0.222435</c:v>
                </c:pt>
                <c:pt idx="361">
                  <c:v>0.23971</c:v>
                </c:pt>
                <c:pt idx="362">
                  <c:v>0.180096</c:v>
                </c:pt>
                <c:pt idx="363">
                  <c:v>0.226026</c:v>
                </c:pt>
                <c:pt idx="364">
                  <c:v>0.223757</c:v>
                </c:pt>
                <c:pt idx="365">
                  <c:v>0.272292</c:v>
                </c:pt>
                <c:pt idx="366">
                  <c:v>0.241237</c:v>
                </c:pt>
                <c:pt idx="367">
                  <c:v>0.21139</c:v>
                </c:pt>
                <c:pt idx="368">
                  <c:v>0.208077</c:v>
                </c:pt>
                <c:pt idx="369">
                  <c:v>0.237275</c:v>
                </c:pt>
                <c:pt idx="370">
                  <c:v>0.250432</c:v>
                </c:pt>
                <c:pt idx="371">
                  <c:v>0.203135</c:v>
                </c:pt>
                <c:pt idx="372">
                  <c:v>0.238225</c:v>
                </c:pt>
                <c:pt idx="373">
                  <c:v>0.199875</c:v>
                </c:pt>
                <c:pt idx="374">
                  <c:v>0.255854</c:v>
                </c:pt>
                <c:pt idx="375">
                  <c:v>0.199499</c:v>
                </c:pt>
                <c:pt idx="376">
                  <c:v>0.196718</c:v>
                </c:pt>
                <c:pt idx="377">
                  <c:v>0.146113</c:v>
                </c:pt>
                <c:pt idx="378">
                  <c:v>0.132892</c:v>
                </c:pt>
                <c:pt idx="379">
                  <c:v>0.155205</c:v>
                </c:pt>
                <c:pt idx="380">
                  <c:v>0.130783</c:v>
                </c:pt>
                <c:pt idx="381">
                  <c:v>0.124154</c:v>
                </c:pt>
                <c:pt idx="382">
                  <c:v>0.124154</c:v>
                </c:pt>
                <c:pt idx="383">
                  <c:v>0.143205</c:v>
                </c:pt>
                <c:pt idx="384">
                  <c:v>0.208921</c:v>
                </c:pt>
                <c:pt idx="385">
                  <c:v>0.21214</c:v>
                </c:pt>
                <c:pt idx="386">
                  <c:v>0.131893</c:v>
                </c:pt>
                <c:pt idx="387">
                  <c:v>0.145517</c:v>
                </c:pt>
                <c:pt idx="388">
                  <c:v>0.13908</c:v>
                </c:pt>
                <c:pt idx="389">
                  <c:v>0.131789</c:v>
                </c:pt>
                <c:pt idx="390">
                  <c:v>0.123585</c:v>
                </c:pt>
                <c:pt idx="391">
                  <c:v>0.154725</c:v>
                </c:pt>
                <c:pt idx="392">
                  <c:v>0.17019</c:v>
                </c:pt>
                <c:pt idx="393">
                  <c:v>0.183262</c:v>
                </c:pt>
                <c:pt idx="394">
                  <c:v>0.076335</c:v>
                </c:pt>
                <c:pt idx="395">
                  <c:v>0.20702</c:v>
                </c:pt>
                <c:pt idx="396">
                  <c:v>0.153757</c:v>
                </c:pt>
                <c:pt idx="397">
                  <c:v>0.207455</c:v>
                </c:pt>
                <c:pt idx="398">
                  <c:v>0.185726</c:v>
                </c:pt>
                <c:pt idx="399">
                  <c:v>0.227688</c:v>
                </c:pt>
                <c:pt idx="400">
                  <c:v>0.228308</c:v>
                </c:pt>
                <c:pt idx="401">
                  <c:v>0.200388</c:v>
                </c:pt>
                <c:pt idx="402">
                  <c:v>0.261775</c:v>
                </c:pt>
                <c:pt idx="403">
                  <c:v>0.198325</c:v>
                </c:pt>
                <c:pt idx="404">
                  <c:v>0.258332</c:v>
                </c:pt>
                <c:pt idx="405">
                  <c:v>0.243409</c:v>
                </c:pt>
                <c:pt idx="406">
                  <c:v>0.171452</c:v>
                </c:pt>
                <c:pt idx="407">
                  <c:v>0.237475</c:v>
                </c:pt>
                <c:pt idx="408">
                  <c:v>0.211978</c:v>
                </c:pt>
                <c:pt idx="409">
                  <c:v>0.202751</c:v>
                </c:pt>
                <c:pt idx="410">
                  <c:v>0.208176</c:v>
                </c:pt>
                <c:pt idx="411">
                  <c:v>0.177642</c:v>
                </c:pt>
                <c:pt idx="412">
                  <c:v>0.227692</c:v>
                </c:pt>
                <c:pt idx="413">
                  <c:v>0.181471</c:v>
                </c:pt>
                <c:pt idx="414">
                  <c:v>0.189109</c:v>
                </c:pt>
                <c:pt idx="415">
                  <c:v>0.182107</c:v>
                </c:pt>
                <c:pt idx="416">
                  <c:v>0.207582</c:v>
                </c:pt>
                <c:pt idx="417">
                  <c:v>0.229459</c:v>
                </c:pt>
                <c:pt idx="418">
                  <c:v>0.125606</c:v>
                </c:pt>
                <c:pt idx="419">
                  <c:v>0.123167</c:v>
                </c:pt>
                <c:pt idx="420">
                  <c:v>0.139145</c:v>
                </c:pt>
                <c:pt idx="421">
                  <c:v>0.179404</c:v>
                </c:pt>
                <c:pt idx="422">
                  <c:v>0.148174</c:v>
                </c:pt>
                <c:pt idx="423">
                  <c:v>0.155073</c:v>
                </c:pt>
                <c:pt idx="424">
                  <c:v>0.104113</c:v>
                </c:pt>
                <c:pt idx="425">
                  <c:v>0.215751</c:v>
                </c:pt>
                <c:pt idx="426">
                  <c:v>0.157151</c:v>
                </c:pt>
                <c:pt idx="427">
                  <c:v>0.184266</c:v>
                </c:pt>
                <c:pt idx="428">
                  <c:v>0.157311</c:v>
                </c:pt>
                <c:pt idx="429">
                  <c:v>0.174012</c:v>
                </c:pt>
                <c:pt idx="430">
                  <c:v>0.146732</c:v>
                </c:pt>
                <c:pt idx="431">
                  <c:v>0.141249</c:v>
                </c:pt>
                <c:pt idx="432">
                  <c:v>0.216101</c:v>
                </c:pt>
                <c:pt idx="433">
                  <c:v>0.190129</c:v>
                </c:pt>
                <c:pt idx="434">
                  <c:v>0.208506</c:v>
                </c:pt>
                <c:pt idx="435">
                  <c:v>0.165095</c:v>
                </c:pt>
                <c:pt idx="436">
                  <c:v>0.164553</c:v>
                </c:pt>
                <c:pt idx="437">
                  <c:v>0.132624</c:v>
                </c:pt>
                <c:pt idx="438">
                  <c:v>0.124542</c:v>
                </c:pt>
                <c:pt idx="439">
                  <c:v>0.246214</c:v>
                </c:pt>
                <c:pt idx="440">
                  <c:v>0.153356</c:v>
                </c:pt>
                <c:pt idx="441">
                  <c:v>0.14315</c:v>
                </c:pt>
                <c:pt idx="442">
                  <c:v>0.201094</c:v>
                </c:pt>
                <c:pt idx="443">
                  <c:v>0.141273</c:v>
                </c:pt>
                <c:pt idx="444">
                  <c:v>0.141283</c:v>
                </c:pt>
                <c:pt idx="445">
                  <c:v>0.208869</c:v>
                </c:pt>
                <c:pt idx="446">
                  <c:v>0.148197</c:v>
                </c:pt>
                <c:pt idx="447">
                  <c:v>0.238646</c:v>
                </c:pt>
                <c:pt idx="448">
                  <c:v>0.225551</c:v>
                </c:pt>
                <c:pt idx="449">
                  <c:v>0.21086</c:v>
                </c:pt>
                <c:pt idx="450">
                  <c:v>0.221466</c:v>
                </c:pt>
                <c:pt idx="451">
                  <c:v>0.209414</c:v>
                </c:pt>
                <c:pt idx="452">
                  <c:v>0.222263</c:v>
                </c:pt>
                <c:pt idx="453">
                  <c:v>0.193894</c:v>
                </c:pt>
                <c:pt idx="454">
                  <c:v>0.244215</c:v>
                </c:pt>
                <c:pt idx="455">
                  <c:v>0.214579</c:v>
                </c:pt>
                <c:pt idx="456">
                  <c:v>0.250585</c:v>
                </c:pt>
                <c:pt idx="457">
                  <c:v>0.16628</c:v>
                </c:pt>
                <c:pt idx="458">
                  <c:v>0.215776</c:v>
                </c:pt>
                <c:pt idx="459">
                  <c:v>0.196242</c:v>
                </c:pt>
                <c:pt idx="460">
                  <c:v>0.194822</c:v>
                </c:pt>
                <c:pt idx="461">
                  <c:v>0.170941</c:v>
                </c:pt>
                <c:pt idx="462">
                  <c:v>0.190172</c:v>
                </c:pt>
                <c:pt idx="463">
                  <c:v>0.235871</c:v>
                </c:pt>
                <c:pt idx="464">
                  <c:v>0.218822</c:v>
                </c:pt>
                <c:pt idx="465">
                  <c:v>0.269545</c:v>
                </c:pt>
                <c:pt idx="466">
                  <c:v>0.210388</c:v>
                </c:pt>
                <c:pt idx="467">
                  <c:v>0.135551</c:v>
                </c:pt>
                <c:pt idx="468">
                  <c:v>0.170023</c:v>
                </c:pt>
                <c:pt idx="469">
                  <c:v>0.143693</c:v>
                </c:pt>
                <c:pt idx="470">
                  <c:v>0.157024</c:v>
                </c:pt>
                <c:pt idx="471">
                  <c:v>0.122499</c:v>
                </c:pt>
                <c:pt idx="472">
                  <c:v>0.167922</c:v>
                </c:pt>
                <c:pt idx="473">
                  <c:v>0.137952</c:v>
                </c:pt>
                <c:pt idx="474">
                  <c:v>0.160711</c:v>
                </c:pt>
                <c:pt idx="475">
                  <c:v>0.132215</c:v>
                </c:pt>
                <c:pt idx="476">
                  <c:v>0.137485</c:v>
                </c:pt>
                <c:pt idx="477">
                  <c:v>0.104709</c:v>
                </c:pt>
                <c:pt idx="478">
                  <c:v>0.113773</c:v>
                </c:pt>
                <c:pt idx="479">
                  <c:v>0.089706</c:v>
                </c:pt>
                <c:pt idx="480">
                  <c:v>0.120307</c:v>
                </c:pt>
                <c:pt idx="481">
                  <c:v>0.092479</c:v>
                </c:pt>
                <c:pt idx="482">
                  <c:v>0.182153</c:v>
                </c:pt>
                <c:pt idx="483">
                  <c:v>0.117684</c:v>
                </c:pt>
                <c:pt idx="484">
                  <c:v>0.121585</c:v>
                </c:pt>
                <c:pt idx="485">
                  <c:v>0.127319</c:v>
                </c:pt>
                <c:pt idx="486">
                  <c:v>0.110862</c:v>
                </c:pt>
                <c:pt idx="487">
                  <c:v>0.113609</c:v>
                </c:pt>
                <c:pt idx="488">
                  <c:v>0.14021</c:v>
                </c:pt>
                <c:pt idx="489">
                  <c:v>0.107238</c:v>
                </c:pt>
                <c:pt idx="490">
                  <c:v>0.111476</c:v>
                </c:pt>
                <c:pt idx="491">
                  <c:v>0.14002</c:v>
                </c:pt>
                <c:pt idx="492">
                  <c:v>0.159315</c:v>
                </c:pt>
                <c:pt idx="493">
                  <c:v>0.106518</c:v>
                </c:pt>
                <c:pt idx="494">
                  <c:v>0.13274</c:v>
                </c:pt>
                <c:pt idx="495">
                  <c:v>0.131699</c:v>
                </c:pt>
                <c:pt idx="496">
                  <c:v>0.139007</c:v>
                </c:pt>
                <c:pt idx="497">
                  <c:v>0.150139</c:v>
                </c:pt>
                <c:pt idx="498">
                  <c:v>0.170893</c:v>
                </c:pt>
                <c:pt idx="499">
                  <c:v>0.085733</c:v>
                </c:pt>
                <c:pt idx="500">
                  <c:v>0.119515</c:v>
                </c:pt>
                <c:pt idx="501">
                  <c:v>0.107585</c:v>
                </c:pt>
                <c:pt idx="502">
                  <c:v>0.186462</c:v>
                </c:pt>
                <c:pt idx="503">
                  <c:v>0.134437</c:v>
                </c:pt>
                <c:pt idx="504">
                  <c:v>0.102407</c:v>
                </c:pt>
                <c:pt idx="505">
                  <c:v>0.18829</c:v>
                </c:pt>
                <c:pt idx="506">
                  <c:v>0.117155</c:v>
                </c:pt>
                <c:pt idx="507">
                  <c:v>0.106878</c:v>
                </c:pt>
                <c:pt idx="508">
                  <c:v>0.118771</c:v>
                </c:pt>
                <c:pt idx="509">
                  <c:v>0.093512</c:v>
                </c:pt>
                <c:pt idx="510">
                  <c:v>0.129052</c:v>
                </c:pt>
                <c:pt idx="511">
                  <c:v>0.146841</c:v>
                </c:pt>
                <c:pt idx="512">
                  <c:v>0.178236</c:v>
                </c:pt>
                <c:pt idx="513">
                  <c:v>0.204123</c:v>
                </c:pt>
                <c:pt idx="514">
                  <c:v>0.174034</c:v>
                </c:pt>
                <c:pt idx="515">
                  <c:v>0.177123</c:v>
                </c:pt>
                <c:pt idx="516">
                  <c:v>0.202681</c:v>
                </c:pt>
                <c:pt idx="517">
                  <c:v>0.15102</c:v>
                </c:pt>
                <c:pt idx="518">
                  <c:v>0.170834</c:v>
                </c:pt>
                <c:pt idx="519">
                  <c:v>0.158315</c:v>
                </c:pt>
                <c:pt idx="520">
                  <c:v>0.180329</c:v>
                </c:pt>
                <c:pt idx="521">
                  <c:v>0.160242</c:v>
                </c:pt>
                <c:pt idx="522">
                  <c:v>0.219454</c:v>
                </c:pt>
                <c:pt idx="523">
                  <c:v>0.194899</c:v>
                </c:pt>
                <c:pt idx="524">
                  <c:v>0.152505</c:v>
                </c:pt>
                <c:pt idx="525">
                  <c:v>0.178042</c:v>
                </c:pt>
                <c:pt idx="526">
                  <c:v>0.189677</c:v>
                </c:pt>
                <c:pt idx="527">
                  <c:v>0.178374</c:v>
                </c:pt>
                <c:pt idx="528">
                  <c:v>0.199598</c:v>
                </c:pt>
                <c:pt idx="529">
                  <c:v>0.098594</c:v>
                </c:pt>
                <c:pt idx="530">
                  <c:v>0.263058</c:v>
                </c:pt>
                <c:pt idx="531">
                  <c:v>0.145732</c:v>
                </c:pt>
                <c:pt idx="532">
                  <c:v>0.151865</c:v>
                </c:pt>
                <c:pt idx="533">
                  <c:v>0.204377</c:v>
                </c:pt>
                <c:pt idx="534">
                  <c:v>0.206975</c:v>
                </c:pt>
                <c:pt idx="535">
                  <c:v>0.17439</c:v>
                </c:pt>
                <c:pt idx="536">
                  <c:v>0.219479</c:v>
                </c:pt>
                <c:pt idx="537">
                  <c:v>0.131549</c:v>
                </c:pt>
                <c:pt idx="538">
                  <c:v>0.152945</c:v>
                </c:pt>
                <c:pt idx="539">
                  <c:v>0.145341</c:v>
                </c:pt>
                <c:pt idx="540">
                  <c:v>0.132269</c:v>
                </c:pt>
                <c:pt idx="541">
                  <c:v>0.147868</c:v>
                </c:pt>
                <c:pt idx="542">
                  <c:v>0.154427</c:v>
                </c:pt>
                <c:pt idx="543">
                  <c:v>0.140505</c:v>
                </c:pt>
                <c:pt idx="544">
                  <c:v>0.139694</c:v>
                </c:pt>
                <c:pt idx="545">
                  <c:v>0.189431</c:v>
                </c:pt>
                <c:pt idx="546">
                  <c:v>0.146901</c:v>
                </c:pt>
                <c:pt idx="547">
                  <c:v>0.148077</c:v>
                </c:pt>
                <c:pt idx="548">
                  <c:v>0.202028</c:v>
                </c:pt>
                <c:pt idx="549">
                  <c:v>0.171297</c:v>
                </c:pt>
                <c:pt idx="550">
                  <c:v>0.205712</c:v>
                </c:pt>
                <c:pt idx="551">
                  <c:v>0.140199</c:v>
                </c:pt>
                <c:pt idx="552">
                  <c:v>0.175767</c:v>
                </c:pt>
                <c:pt idx="553">
                  <c:v>0.136591</c:v>
                </c:pt>
                <c:pt idx="554">
                  <c:v>0.17852</c:v>
                </c:pt>
                <c:pt idx="555">
                  <c:v>0.137452</c:v>
                </c:pt>
                <c:pt idx="556">
                  <c:v>0.135783</c:v>
                </c:pt>
                <c:pt idx="557">
                  <c:v>0.166536</c:v>
                </c:pt>
                <c:pt idx="558">
                  <c:v>0.136912</c:v>
                </c:pt>
                <c:pt idx="559">
                  <c:v>0.207776</c:v>
                </c:pt>
                <c:pt idx="560">
                  <c:v>0.228117</c:v>
                </c:pt>
                <c:pt idx="561">
                  <c:v>0.185193</c:v>
                </c:pt>
                <c:pt idx="562">
                  <c:v>0.179192</c:v>
                </c:pt>
                <c:pt idx="563">
                  <c:v>0.262778</c:v>
                </c:pt>
                <c:pt idx="564">
                  <c:v>0.177435</c:v>
                </c:pt>
                <c:pt idx="565">
                  <c:v>0.170946</c:v>
                </c:pt>
                <c:pt idx="566">
                  <c:v>0.211892</c:v>
                </c:pt>
                <c:pt idx="567">
                  <c:v>0.186184</c:v>
                </c:pt>
                <c:pt idx="568">
                  <c:v>0.233804</c:v>
                </c:pt>
                <c:pt idx="569">
                  <c:v>0.225474</c:v>
                </c:pt>
                <c:pt idx="570">
                  <c:v>0.204347</c:v>
                </c:pt>
                <c:pt idx="571">
                  <c:v>0.222566</c:v>
                </c:pt>
                <c:pt idx="572">
                  <c:v>0.186479</c:v>
                </c:pt>
                <c:pt idx="573">
                  <c:v>0.196932</c:v>
                </c:pt>
                <c:pt idx="574">
                  <c:v>0.232977</c:v>
                </c:pt>
                <c:pt idx="575">
                  <c:v>0.239583</c:v>
                </c:pt>
                <c:pt idx="576">
                  <c:v>0.207617</c:v>
                </c:pt>
                <c:pt idx="577">
                  <c:v>0.227604</c:v>
                </c:pt>
                <c:pt idx="578">
                  <c:v>0.199333</c:v>
                </c:pt>
                <c:pt idx="579">
                  <c:v>0.131168</c:v>
                </c:pt>
                <c:pt idx="580">
                  <c:v>0.088038</c:v>
                </c:pt>
                <c:pt idx="581">
                  <c:v>0.183265</c:v>
                </c:pt>
                <c:pt idx="582">
                  <c:v>0.205845</c:v>
                </c:pt>
                <c:pt idx="583">
                  <c:v>0.229489</c:v>
                </c:pt>
                <c:pt idx="584">
                  <c:v>0.25347</c:v>
                </c:pt>
                <c:pt idx="585">
                  <c:v>0.236044</c:v>
                </c:pt>
                <c:pt idx="586">
                  <c:v>0.198307</c:v>
                </c:pt>
                <c:pt idx="587">
                  <c:v>0.189204</c:v>
                </c:pt>
                <c:pt idx="588">
                  <c:v>0.15873</c:v>
                </c:pt>
                <c:pt idx="589">
                  <c:v>0.180969</c:v>
                </c:pt>
                <c:pt idx="590">
                  <c:v>0.15021</c:v>
                </c:pt>
                <c:pt idx="591">
                  <c:v>0.21381</c:v>
                </c:pt>
                <c:pt idx="592">
                  <c:v>0.182191</c:v>
                </c:pt>
                <c:pt idx="593">
                  <c:v>0.183507</c:v>
                </c:pt>
                <c:pt idx="594">
                  <c:v>0.160619</c:v>
                </c:pt>
                <c:pt idx="595">
                  <c:v>0.199515</c:v>
                </c:pt>
                <c:pt idx="596">
                  <c:v>0.213961</c:v>
                </c:pt>
                <c:pt idx="597">
                  <c:v>0.177032</c:v>
                </c:pt>
                <c:pt idx="598">
                  <c:v>0.182426</c:v>
                </c:pt>
                <c:pt idx="599">
                  <c:v>0.15461</c:v>
                </c:pt>
                <c:pt idx="600">
                  <c:v>0.215108</c:v>
                </c:pt>
                <c:pt idx="601">
                  <c:v>0.153894</c:v>
                </c:pt>
                <c:pt idx="602">
                  <c:v>0.205346</c:v>
                </c:pt>
                <c:pt idx="603">
                  <c:v>0.189294</c:v>
                </c:pt>
                <c:pt idx="604">
                  <c:v>0.170417</c:v>
                </c:pt>
                <c:pt idx="605">
                  <c:v>0.16341</c:v>
                </c:pt>
                <c:pt idx="606">
                  <c:v>0.213422</c:v>
                </c:pt>
                <c:pt idx="607">
                  <c:v>0.22724</c:v>
                </c:pt>
                <c:pt idx="608">
                  <c:v>0.209795</c:v>
                </c:pt>
                <c:pt idx="609">
                  <c:v>0.176081</c:v>
                </c:pt>
                <c:pt idx="610">
                  <c:v>0.156142</c:v>
                </c:pt>
                <c:pt idx="611">
                  <c:v>0.191301</c:v>
                </c:pt>
                <c:pt idx="612">
                  <c:v>0.162157</c:v>
                </c:pt>
                <c:pt idx="613">
                  <c:v>0.161382</c:v>
                </c:pt>
                <c:pt idx="614">
                  <c:v>0.175168</c:v>
                </c:pt>
                <c:pt idx="615">
                  <c:v>0.123732</c:v>
                </c:pt>
                <c:pt idx="616">
                  <c:v>0.148239</c:v>
                </c:pt>
                <c:pt idx="617">
                  <c:v>0.189782</c:v>
                </c:pt>
                <c:pt idx="618">
                  <c:v>0.193774</c:v>
                </c:pt>
                <c:pt idx="619">
                  <c:v>0.206525</c:v>
                </c:pt>
                <c:pt idx="620">
                  <c:v>0.161796</c:v>
                </c:pt>
                <c:pt idx="621">
                  <c:v>0.140891</c:v>
                </c:pt>
                <c:pt idx="622">
                  <c:v>0.147398</c:v>
                </c:pt>
                <c:pt idx="623">
                  <c:v>0.165235</c:v>
                </c:pt>
                <c:pt idx="624">
                  <c:v>0.161929</c:v>
                </c:pt>
                <c:pt idx="625">
                  <c:v>0.195689</c:v>
                </c:pt>
                <c:pt idx="626">
                  <c:v>0.264869</c:v>
                </c:pt>
                <c:pt idx="627">
                  <c:v>0.207714</c:v>
                </c:pt>
                <c:pt idx="628">
                  <c:v>0.191563</c:v>
                </c:pt>
                <c:pt idx="629">
                  <c:v>0.162436</c:v>
                </c:pt>
                <c:pt idx="630">
                  <c:v>0.197571</c:v>
                </c:pt>
                <c:pt idx="631">
                  <c:v>0.272628</c:v>
                </c:pt>
                <c:pt idx="632">
                  <c:v>0.130585</c:v>
                </c:pt>
                <c:pt idx="633">
                  <c:v>0.193076</c:v>
                </c:pt>
                <c:pt idx="634">
                  <c:v>0.176893</c:v>
                </c:pt>
                <c:pt idx="635">
                  <c:v>0.242095</c:v>
                </c:pt>
                <c:pt idx="636">
                  <c:v>0.256304</c:v>
                </c:pt>
                <c:pt idx="637">
                  <c:v>0.185747</c:v>
                </c:pt>
                <c:pt idx="638">
                  <c:v>0.183833</c:v>
                </c:pt>
                <c:pt idx="639">
                  <c:v>0.13595</c:v>
                </c:pt>
                <c:pt idx="640">
                  <c:v>0.224743</c:v>
                </c:pt>
                <c:pt idx="641">
                  <c:v>0.254008</c:v>
                </c:pt>
                <c:pt idx="642">
                  <c:v>0.150104</c:v>
                </c:pt>
                <c:pt idx="643">
                  <c:v>0.148683</c:v>
                </c:pt>
                <c:pt idx="644">
                  <c:v>0.143902</c:v>
                </c:pt>
                <c:pt idx="645">
                  <c:v>0.144475</c:v>
                </c:pt>
                <c:pt idx="646">
                  <c:v>0.139525</c:v>
                </c:pt>
                <c:pt idx="647">
                  <c:v>0.137986</c:v>
                </c:pt>
                <c:pt idx="648">
                  <c:v>0.172274</c:v>
                </c:pt>
                <c:pt idx="649">
                  <c:v>0.199014</c:v>
                </c:pt>
                <c:pt idx="650">
                  <c:v>0.195512</c:v>
                </c:pt>
                <c:pt idx="651">
                  <c:v>0.151251</c:v>
                </c:pt>
                <c:pt idx="652">
                  <c:v>0.17814</c:v>
                </c:pt>
                <c:pt idx="653">
                  <c:v>0.196979</c:v>
                </c:pt>
                <c:pt idx="654">
                  <c:v>0.159403</c:v>
                </c:pt>
                <c:pt idx="655">
                  <c:v>0.13769</c:v>
                </c:pt>
                <c:pt idx="656">
                  <c:v>0.160954</c:v>
                </c:pt>
                <c:pt idx="657">
                  <c:v>0.133673</c:v>
                </c:pt>
                <c:pt idx="658">
                  <c:v>0.130813</c:v>
                </c:pt>
                <c:pt idx="659">
                  <c:v>0.168579</c:v>
                </c:pt>
                <c:pt idx="660">
                  <c:v>0.173363</c:v>
                </c:pt>
                <c:pt idx="661">
                  <c:v>0.166905</c:v>
                </c:pt>
                <c:pt idx="662">
                  <c:v>0.165236</c:v>
                </c:pt>
                <c:pt idx="663">
                  <c:v>0.161389</c:v>
                </c:pt>
                <c:pt idx="664">
                  <c:v>0.156577</c:v>
                </c:pt>
                <c:pt idx="665">
                  <c:v>0.189142</c:v>
                </c:pt>
                <c:pt idx="666">
                  <c:v>0.104418</c:v>
                </c:pt>
                <c:pt idx="667">
                  <c:v>0.149907</c:v>
                </c:pt>
                <c:pt idx="668">
                  <c:v>0.185798</c:v>
                </c:pt>
                <c:pt idx="669">
                  <c:v>0.171068</c:v>
                </c:pt>
                <c:pt idx="670">
                  <c:v>0.192575</c:v>
                </c:pt>
                <c:pt idx="671">
                  <c:v>0.151556</c:v>
                </c:pt>
                <c:pt idx="672">
                  <c:v>0.151758</c:v>
                </c:pt>
                <c:pt idx="673">
                  <c:v>0.174499</c:v>
                </c:pt>
                <c:pt idx="674">
                  <c:v>0.166074</c:v>
                </c:pt>
                <c:pt idx="675">
                  <c:v>0.18246</c:v>
                </c:pt>
                <c:pt idx="676">
                  <c:v>0.159367</c:v>
                </c:pt>
                <c:pt idx="677">
                  <c:v>0.199528</c:v>
                </c:pt>
                <c:pt idx="678">
                  <c:v>0.1177</c:v>
                </c:pt>
                <c:pt idx="679">
                  <c:v>0.15092</c:v>
                </c:pt>
                <c:pt idx="680">
                  <c:v>0.177715</c:v>
                </c:pt>
                <c:pt idx="681">
                  <c:v>0.158758</c:v>
                </c:pt>
                <c:pt idx="682">
                  <c:v>0.233702</c:v>
                </c:pt>
                <c:pt idx="683">
                  <c:v>0.187099</c:v>
                </c:pt>
                <c:pt idx="684">
                  <c:v>0.146905</c:v>
                </c:pt>
                <c:pt idx="685">
                  <c:v>0.119413</c:v>
                </c:pt>
                <c:pt idx="686">
                  <c:v>0.169671</c:v>
                </c:pt>
                <c:pt idx="687">
                  <c:v>0.137319</c:v>
                </c:pt>
                <c:pt idx="688">
                  <c:v>0.133345</c:v>
                </c:pt>
                <c:pt idx="689">
                  <c:v>0.184393</c:v>
                </c:pt>
                <c:pt idx="690">
                  <c:v>0.163024</c:v>
                </c:pt>
                <c:pt idx="691">
                  <c:v>0.126234</c:v>
                </c:pt>
                <c:pt idx="692">
                  <c:v>0.142263</c:v>
                </c:pt>
                <c:pt idx="693">
                  <c:v>0.156287</c:v>
                </c:pt>
                <c:pt idx="694">
                  <c:v>0.158676</c:v>
                </c:pt>
                <c:pt idx="695">
                  <c:v>0.181354</c:v>
                </c:pt>
                <c:pt idx="696">
                  <c:v>0.185074</c:v>
                </c:pt>
                <c:pt idx="697">
                  <c:v>0.180847</c:v>
                </c:pt>
                <c:pt idx="698">
                  <c:v>0.194562</c:v>
                </c:pt>
                <c:pt idx="699">
                  <c:v>0.156353</c:v>
                </c:pt>
                <c:pt idx="700">
                  <c:v>0.194976</c:v>
                </c:pt>
                <c:pt idx="701">
                  <c:v>0.216762</c:v>
                </c:pt>
                <c:pt idx="702">
                  <c:v>0.176237</c:v>
                </c:pt>
                <c:pt idx="703">
                  <c:v>0.203904</c:v>
                </c:pt>
                <c:pt idx="704">
                  <c:v>0.228372</c:v>
                </c:pt>
                <c:pt idx="705">
                  <c:v>0.200528</c:v>
                </c:pt>
                <c:pt idx="706">
                  <c:v>0.183382</c:v>
                </c:pt>
                <c:pt idx="707">
                  <c:v>0.197832</c:v>
                </c:pt>
                <c:pt idx="708">
                  <c:v>0.172204</c:v>
                </c:pt>
                <c:pt idx="709">
                  <c:v>0.233884</c:v>
                </c:pt>
                <c:pt idx="710">
                  <c:v>0.194173</c:v>
                </c:pt>
                <c:pt idx="711">
                  <c:v>0.199603</c:v>
                </c:pt>
                <c:pt idx="712">
                  <c:v>0.171924</c:v>
                </c:pt>
                <c:pt idx="713">
                  <c:v>0.232173</c:v>
                </c:pt>
                <c:pt idx="714">
                  <c:v>0.161527</c:v>
                </c:pt>
                <c:pt idx="715">
                  <c:v>0.183897</c:v>
                </c:pt>
                <c:pt idx="716">
                  <c:v>0.177076</c:v>
                </c:pt>
                <c:pt idx="717">
                  <c:v>0.188675</c:v>
                </c:pt>
                <c:pt idx="718">
                  <c:v>0.212472</c:v>
                </c:pt>
                <c:pt idx="719">
                  <c:v>0.18145</c:v>
                </c:pt>
                <c:pt idx="720">
                  <c:v>0.160836</c:v>
                </c:pt>
                <c:pt idx="721">
                  <c:v>0.197684</c:v>
                </c:pt>
                <c:pt idx="722">
                  <c:v>0.196498</c:v>
                </c:pt>
                <c:pt idx="723">
                  <c:v>0.169418</c:v>
                </c:pt>
                <c:pt idx="724">
                  <c:v>0.224935</c:v>
                </c:pt>
                <c:pt idx="725">
                  <c:v>0.189295</c:v>
                </c:pt>
                <c:pt idx="726">
                  <c:v>0.218254</c:v>
                </c:pt>
                <c:pt idx="727">
                  <c:v>0.209789</c:v>
                </c:pt>
                <c:pt idx="728">
                  <c:v>0.214498</c:v>
                </c:pt>
                <c:pt idx="729">
                  <c:v>0.221239</c:v>
                </c:pt>
                <c:pt idx="730">
                  <c:v>0.172535</c:v>
                </c:pt>
                <c:pt idx="731">
                  <c:v>0.242616</c:v>
                </c:pt>
                <c:pt idx="732">
                  <c:v>0.227091</c:v>
                </c:pt>
                <c:pt idx="733">
                  <c:v>0.185954</c:v>
                </c:pt>
                <c:pt idx="734">
                  <c:v>0.196959</c:v>
                </c:pt>
                <c:pt idx="735">
                  <c:v>0.145039</c:v>
                </c:pt>
                <c:pt idx="736">
                  <c:v>0.226119</c:v>
                </c:pt>
                <c:pt idx="737">
                  <c:v>0.177304</c:v>
                </c:pt>
                <c:pt idx="738">
                  <c:v>0.214994</c:v>
                </c:pt>
                <c:pt idx="739">
                  <c:v>0.187909</c:v>
                </c:pt>
                <c:pt idx="740">
                  <c:v>0.223228</c:v>
                </c:pt>
                <c:pt idx="741">
                  <c:v>0.203915</c:v>
                </c:pt>
                <c:pt idx="742">
                  <c:v>0.237105</c:v>
                </c:pt>
                <c:pt idx="743">
                  <c:v>0.223319</c:v>
                </c:pt>
                <c:pt idx="744">
                  <c:v>0.225346</c:v>
                </c:pt>
                <c:pt idx="745">
                  <c:v>0.220391</c:v>
                </c:pt>
                <c:pt idx="746">
                  <c:v>0.164071</c:v>
                </c:pt>
                <c:pt idx="747">
                  <c:v>0.250948</c:v>
                </c:pt>
                <c:pt idx="748">
                  <c:v>0.213156</c:v>
                </c:pt>
                <c:pt idx="749">
                  <c:v>0.23964</c:v>
                </c:pt>
                <c:pt idx="750">
                  <c:v>0.174777</c:v>
                </c:pt>
                <c:pt idx="751">
                  <c:v>0.180483</c:v>
                </c:pt>
                <c:pt idx="752">
                  <c:v>0.204771</c:v>
                </c:pt>
                <c:pt idx="753">
                  <c:v>0.199562</c:v>
                </c:pt>
                <c:pt idx="754">
                  <c:v>0.22836</c:v>
                </c:pt>
                <c:pt idx="755">
                  <c:v>0.193556</c:v>
                </c:pt>
                <c:pt idx="756">
                  <c:v>0.185291</c:v>
                </c:pt>
                <c:pt idx="757">
                  <c:v>0.174364</c:v>
                </c:pt>
                <c:pt idx="758">
                  <c:v>0.217152</c:v>
                </c:pt>
                <c:pt idx="759">
                  <c:v>0.214003</c:v>
                </c:pt>
                <c:pt idx="760">
                  <c:v>0.192468</c:v>
                </c:pt>
                <c:pt idx="761">
                  <c:v>0.271129</c:v>
                </c:pt>
                <c:pt idx="762">
                  <c:v>0.175334</c:v>
                </c:pt>
                <c:pt idx="763">
                  <c:v>0.186706</c:v>
                </c:pt>
                <c:pt idx="764">
                  <c:v>0.236485</c:v>
                </c:pt>
                <c:pt idx="765">
                  <c:v>0.148881</c:v>
                </c:pt>
                <c:pt idx="766">
                  <c:v>0.144633</c:v>
                </c:pt>
                <c:pt idx="767">
                  <c:v>0.182525</c:v>
                </c:pt>
                <c:pt idx="768">
                  <c:v>0.175468</c:v>
                </c:pt>
                <c:pt idx="769">
                  <c:v>0.191908</c:v>
                </c:pt>
                <c:pt idx="770">
                  <c:v>0.235484</c:v>
                </c:pt>
                <c:pt idx="771">
                  <c:v>0.161564</c:v>
                </c:pt>
                <c:pt idx="772">
                  <c:v>0.197705</c:v>
                </c:pt>
                <c:pt idx="773">
                  <c:v>0.15502</c:v>
                </c:pt>
                <c:pt idx="774">
                  <c:v>0.167411</c:v>
                </c:pt>
                <c:pt idx="775">
                  <c:v>0.19567</c:v>
                </c:pt>
                <c:pt idx="776">
                  <c:v>0.143545</c:v>
                </c:pt>
                <c:pt idx="777">
                  <c:v>0.144756</c:v>
                </c:pt>
                <c:pt idx="778">
                  <c:v>0.185271</c:v>
                </c:pt>
                <c:pt idx="779">
                  <c:v>0.196387</c:v>
                </c:pt>
                <c:pt idx="780">
                  <c:v>0.210948</c:v>
                </c:pt>
                <c:pt idx="781">
                  <c:v>0.247232</c:v>
                </c:pt>
                <c:pt idx="782">
                  <c:v>0.180628</c:v>
                </c:pt>
                <c:pt idx="783">
                  <c:v>0.182299</c:v>
                </c:pt>
                <c:pt idx="784">
                  <c:v>0.207087</c:v>
                </c:pt>
                <c:pt idx="785">
                  <c:v>0.188208</c:v>
                </c:pt>
                <c:pt idx="786">
                  <c:v>0.188011</c:v>
                </c:pt>
                <c:pt idx="787">
                  <c:v>0.250253</c:v>
                </c:pt>
                <c:pt idx="788">
                  <c:v>0.222244</c:v>
                </c:pt>
                <c:pt idx="789">
                  <c:v>0.208725</c:v>
                </c:pt>
                <c:pt idx="790">
                  <c:v>0.238835</c:v>
                </c:pt>
                <c:pt idx="791">
                  <c:v>0.204917</c:v>
                </c:pt>
                <c:pt idx="792">
                  <c:v>0.203566</c:v>
                </c:pt>
                <c:pt idx="793">
                  <c:v>0.231221</c:v>
                </c:pt>
                <c:pt idx="794">
                  <c:v>0.164335</c:v>
                </c:pt>
                <c:pt idx="795">
                  <c:v>0.215467</c:v>
                </c:pt>
                <c:pt idx="796">
                  <c:v>0.187728</c:v>
                </c:pt>
                <c:pt idx="797">
                  <c:v>0.210131</c:v>
                </c:pt>
                <c:pt idx="798">
                  <c:v>0.235233</c:v>
                </c:pt>
                <c:pt idx="799">
                  <c:v>0.209612</c:v>
                </c:pt>
                <c:pt idx="800">
                  <c:v>0.203746</c:v>
                </c:pt>
                <c:pt idx="801">
                  <c:v>0.270933</c:v>
                </c:pt>
                <c:pt idx="802">
                  <c:v>0.237692</c:v>
                </c:pt>
                <c:pt idx="803">
                  <c:v>0.224288</c:v>
                </c:pt>
                <c:pt idx="804">
                  <c:v>0.208323</c:v>
                </c:pt>
                <c:pt idx="805">
                  <c:v>0.208</c:v>
                </c:pt>
                <c:pt idx="806">
                  <c:v>0.207111</c:v>
                </c:pt>
                <c:pt idx="807">
                  <c:v>0.168995</c:v>
                </c:pt>
                <c:pt idx="808">
                  <c:v>0.168823</c:v>
                </c:pt>
                <c:pt idx="809">
                  <c:v>0.227345</c:v>
                </c:pt>
                <c:pt idx="810">
                  <c:v>0.241828</c:v>
                </c:pt>
                <c:pt idx="811">
                  <c:v>0.2146</c:v>
                </c:pt>
                <c:pt idx="812">
                  <c:v>0.243978</c:v>
                </c:pt>
                <c:pt idx="813">
                  <c:v>0.244839</c:v>
                </c:pt>
                <c:pt idx="814">
                  <c:v>0.24103</c:v>
                </c:pt>
                <c:pt idx="815">
                  <c:v>0.182623</c:v>
                </c:pt>
                <c:pt idx="816">
                  <c:v>0.240359</c:v>
                </c:pt>
                <c:pt idx="817">
                  <c:v>0.19014</c:v>
                </c:pt>
                <c:pt idx="818">
                  <c:v>0.184821</c:v>
                </c:pt>
                <c:pt idx="819">
                  <c:v>0.176913</c:v>
                </c:pt>
                <c:pt idx="820">
                  <c:v>0.245425</c:v>
                </c:pt>
                <c:pt idx="821">
                  <c:v>0.216814</c:v>
                </c:pt>
                <c:pt idx="822">
                  <c:v>0.210399</c:v>
                </c:pt>
                <c:pt idx="823">
                  <c:v>0.197949</c:v>
                </c:pt>
                <c:pt idx="824">
                  <c:v>0.213984</c:v>
                </c:pt>
                <c:pt idx="825">
                  <c:v>0.228102</c:v>
                </c:pt>
                <c:pt idx="826">
                  <c:v>0.173643</c:v>
                </c:pt>
                <c:pt idx="827">
                  <c:v>0.232295</c:v>
                </c:pt>
                <c:pt idx="828">
                  <c:v>0.214986</c:v>
                </c:pt>
                <c:pt idx="829">
                  <c:v>0.152256</c:v>
                </c:pt>
                <c:pt idx="830">
                  <c:v>0.251889</c:v>
                </c:pt>
                <c:pt idx="831">
                  <c:v>0.22931</c:v>
                </c:pt>
                <c:pt idx="832">
                  <c:v>0.20797</c:v>
                </c:pt>
                <c:pt idx="833">
                  <c:v>0.188937</c:v>
                </c:pt>
                <c:pt idx="834">
                  <c:v>0.184885</c:v>
                </c:pt>
                <c:pt idx="835">
                  <c:v>0.166966</c:v>
                </c:pt>
                <c:pt idx="836">
                  <c:v>0.195949</c:v>
                </c:pt>
                <c:pt idx="837">
                  <c:v>0.216572</c:v>
                </c:pt>
                <c:pt idx="838">
                  <c:v>0.199806</c:v>
                </c:pt>
                <c:pt idx="839">
                  <c:v>0.155829</c:v>
                </c:pt>
                <c:pt idx="840">
                  <c:v>0.20426</c:v>
                </c:pt>
                <c:pt idx="841">
                  <c:v>0.189907</c:v>
                </c:pt>
                <c:pt idx="842">
                  <c:v>0.217354</c:v>
                </c:pt>
                <c:pt idx="843">
                  <c:v>0.174156</c:v>
                </c:pt>
                <c:pt idx="844">
                  <c:v>0.191912</c:v>
                </c:pt>
                <c:pt idx="845">
                  <c:v>0.208105</c:v>
                </c:pt>
                <c:pt idx="846">
                  <c:v>0.201211</c:v>
                </c:pt>
                <c:pt idx="847">
                  <c:v>0.274451</c:v>
                </c:pt>
                <c:pt idx="848">
                  <c:v>0.191198</c:v>
                </c:pt>
                <c:pt idx="849">
                  <c:v>0.201831</c:v>
                </c:pt>
                <c:pt idx="850">
                  <c:v>0.240827</c:v>
                </c:pt>
                <c:pt idx="851">
                  <c:v>0.221905</c:v>
                </c:pt>
                <c:pt idx="852">
                  <c:v>0.17416</c:v>
                </c:pt>
                <c:pt idx="853">
                  <c:v>0.218551</c:v>
                </c:pt>
                <c:pt idx="854">
                  <c:v>0.174101</c:v>
                </c:pt>
                <c:pt idx="855">
                  <c:v>0.205188</c:v>
                </c:pt>
                <c:pt idx="856">
                  <c:v>0.228312</c:v>
                </c:pt>
                <c:pt idx="857">
                  <c:v>0.173604</c:v>
                </c:pt>
                <c:pt idx="858">
                  <c:v>0.235928</c:v>
                </c:pt>
                <c:pt idx="859">
                  <c:v>0.194547</c:v>
                </c:pt>
                <c:pt idx="860">
                  <c:v>0.175878</c:v>
                </c:pt>
                <c:pt idx="861">
                  <c:v>0.186279</c:v>
                </c:pt>
                <c:pt idx="862">
                  <c:v>0.188642</c:v>
                </c:pt>
                <c:pt idx="863">
                  <c:v>0.210814</c:v>
                </c:pt>
                <c:pt idx="864">
                  <c:v>0.04289</c:v>
                </c:pt>
                <c:pt idx="865">
                  <c:v>0.057736</c:v>
                </c:pt>
                <c:pt idx="866">
                  <c:v>0.055293</c:v>
                </c:pt>
                <c:pt idx="867">
                  <c:v>0.14702</c:v>
                </c:pt>
                <c:pt idx="868">
                  <c:v>0.207326</c:v>
                </c:pt>
                <c:pt idx="869">
                  <c:v>0.1909</c:v>
                </c:pt>
                <c:pt idx="870">
                  <c:v>0.23555</c:v>
                </c:pt>
                <c:pt idx="871">
                  <c:v>0.156001</c:v>
                </c:pt>
                <c:pt idx="872">
                  <c:v>0.176191</c:v>
                </c:pt>
                <c:pt idx="873">
                  <c:v>0.205107</c:v>
                </c:pt>
                <c:pt idx="874">
                  <c:v>0.182368</c:v>
                </c:pt>
                <c:pt idx="875">
                  <c:v>0.179036</c:v>
                </c:pt>
                <c:pt idx="876">
                  <c:v>0.207936</c:v>
                </c:pt>
                <c:pt idx="877">
                  <c:v>0.164501</c:v>
                </c:pt>
                <c:pt idx="878">
                  <c:v>0.176111</c:v>
                </c:pt>
                <c:pt idx="879">
                  <c:v>0.154933</c:v>
                </c:pt>
                <c:pt idx="880">
                  <c:v>0.193982</c:v>
                </c:pt>
                <c:pt idx="881">
                  <c:v>0.196505</c:v>
                </c:pt>
                <c:pt idx="882">
                  <c:v>0.163614</c:v>
                </c:pt>
                <c:pt idx="883">
                  <c:v>0.147684</c:v>
                </c:pt>
                <c:pt idx="884">
                  <c:v>0.128705</c:v>
                </c:pt>
                <c:pt idx="885">
                  <c:v>0.128323</c:v>
                </c:pt>
                <c:pt idx="886">
                  <c:v>0.168674</c:v>
                </c:pt>
                <c:pt idx="887">
                  <c:v>0.184129</c:v>
                </c:pt>
                <c:pt idx="888">
                  <c:v>0.140581</c:v>
                </c:pt>
                <c:pt idx="889">
                  <c:v>0.135234</c:v>
                </c:pt>
                <c:pt idx="890">
                  <c:v>0.195739</c:v>
                </c:pt>
                <c:pt idx="891">
                  <c:v>0.207128</c:v>
                </c:pt>
                <c:pt idx="892">
                  <c:v>0.141541</c:v>
                </c:pt>
                <c:pt idx="893">
                  <c:v>0.213549</c:v>
                </c:pt>
                <c:pt idx="894">
                  <c:v>0.137126</c:v>
                </c:pt>
                <c:pt idx="895">
                  <c:v>0.187774</c:v>
                </c:pt>
                <c:pt idx="896">
                  <c:v>0.153672</c:v>
                </c:pt>
                <c:pt idx="897">
                  <c:v>0.185405</c:v>
                </c:pt>
                <c:pt idx="898">
                  <c:v>0.180082</c:v>
                </c:pt>
                <c:pt idx="899">
                  <c:v>0.185965</c:v>
                </c:pt>
                <c:pt idx="900">
                  <c:v>0.166975</c:v>
                </c:pt>
                <c:pt idx="901">
                  <c:v>0.147957</c:v>
                </c:pt>
                <c:pt idx="902">
                  <c:v>0.154912</c:v>
                </c:pt>
                <c:pt idx="903">
                  <c:v>0.235389</c:v>
                </c:pt>
                <c:pt idx="904">
                  <c:v>0.178854</c:v>
                </c:pt>
                <c:pt idx="905">
                  <c:v>0.189175</c:v>
                </c:pt>
                <c:pt idx="906">
                  <c:v>0.191681</c:v>
                </c:pt>
                <c:pt idx="907">
                  <c:v>0.184708</c:v>
                </c:pt>
                <c:pt idx="908">
                  <c:v>0.225582</c:v>
                </c:pt>
                <c:pt idx="909">
                  <c:v>0.21306</c:v>
                </c:pt>
                <c:pt idx="910">
                  <c:v>0.187897</c:v>
                </c:pt>
                <c:pt idx="911">
                  <c:v>0.195365</c:v>
                </c:pt>
                <c:pt idx="912">
                  <c:v>0.219441</c:v>
                </c:pt>
                <c:pt idx="913">
                  <c:v>0.150324</c:v>
                </c:pt>
                <c:pt idx="914">
                  <c:v>0.202118</c:v>
                </c:pt>
                <c:pt idx="915">
                  <c:v>0.194142</c:v>
                </c:pt>
                <c:pt idx="916">
                  <c:v>0.203821</c:v>
                </c:pt>
                <c:pt idx="917">
                  <c:v>0.175479</c:v>
                </c:pt>
                <c:pt idx="918">
                  <c:v>0.206969</c:v>
                </c:pt>
                <c:pt idx="919">
                  <c:v>0.27288</c:v>
                </c:pt>
                <c:pt idx="920">
                  <c:v>0.211451</c:v>
                </c:pt>
                <c:pt idx="921">
                  <c:v>0.169395</c:v>
                </c:pt>
                <c:pt idx="922">
                  <c:v>0.236422</c:v>
                </c:pt>
                <c:pt idx="923">
                  <c:v>0.173224</c:v>
                </c:pt>
                <c:pt idx="924">
                  <c:v>0.168211</c:v>
                </c:pt>
                <c:pt idx="925">
                  <c:v>0.189731</c:v>
                </c:pt>
                <c:pt idx="926">
                  <c:v>0.213675</c:v>
                </c:pt>
                <c:pt idx="927">
                  <c:v>0.190295</c:v>
                </c:pt>
                <c:pt idx="928">
                  <c:v>0.190077</c:v>
                </c:pt>
                <c:pt idx="929">
                  <c:v>0.192773</c:v>
                </c:pt>
                <c:pt idx="930">
                  <c:v>0.148186</c:v>
                </c:pt>
                <c:pt idx="931">
                  <c:v>0.242605</c:v>
                </c:pt>
                <c:pt idx="932">
                  <c:v>0.205697</c:v>
                </c:pt>
                <c:pt idx="933">
                  <c:v>0.242841</c:v>
                </c:pt>
                <c:pt idx="934">
                  <c:v>0.243524</c:v>
                </c:pt>
                <c:pt idx="935">
                  <c:v>0.235733</c:v>
                </c:pt>
                <c:pt idx="936">
                  <c:v>0.198426</c:v>
                </c:pt>
                <c:pt idx="937">
                  <c:v>0.177381</c:v>
                </c:pt>
                <c:pt idx="938">
                  <c:v>0.23783</c:v>
                </c:pt>
                <c:pt idx="939">
                  <c:v>0.244779</c:v>
                </c:pt>
                <c:pt idx="940">
                  <c:v>0.19388</c:v>
                </c:pt>
                <c:pt idx="941">
                  <c:v>0.223089</c:v>
                </c:pt>
                <c:pt idx="942">
                  <c:v>0.174997</c:v>
                </c:pt>
                <c:pt idx="943">
                  <c:v>0.216063</c:v>
                </c:pt>
                <c:pt idx="944">
                  <c:v>0.188017</c:v>
                </c:pt>
                <c:pt idx="945">
                  <c:v>0.210243</c:v>
                </c:pt>
                <c:pt idx="946">
                  <c:v>0.226493</c:v>
                </c:pt>
                <c:pt idx="947">
                  <c:v>0.213307</c:v>
                </c:pt>
                <c:pt idx="948">
                  <c:v>0.185224</c:v>
                </c:pt>
                <c:pt idx="949">
                  <c:v>0.237032</c:v>
                </c:pt>
                <c:pt idx="950">
                  <c:v>0.219589</c:v>
                </c:pt>
                <c:pt idx="951">
                  <c:v>0.273594</c:v>
                </c:pt>
                <c:pt idx="952">
                  <c:v>0.202707</c:v>
                </c:pt>
                <c:pt idx="953">
                  <c:v>0.223753</c:v>
                </c:pt>
                <c:pt idx="954">
                  <c:v>0.228117</c:v>
                </c:pt>
                <c:pt idx="955">
                  <c:v>0.211021</c:v>
                </c:pt>
                <c:pt idx="956">
                  <c:v>0.245496</c:v>
                </c:pt>
                <c:pt idx="957">
                  <c:v>0.221545</c:v>
                </c:pt>
                <c:pt idx="958">
                  <c:v>0.204456</c:v>
                </c:pt>
                <c:pt idx="959">
                  <c:v>0.269919</c:v>
                </c:pt>
                <c:pt idx="960">
                  <c:v>0.20488</c:v>
                </c:pt>
                <c:pt idx="961">
                  <c:v>0.242566</c:v>
                </c:pt>
                <c:pt idx="962">
                  <c:v>0.203002</c:v>
                </c:pt>
                <c:pt idx="963">
                  <c:v>0.18063</c:v>
                </c:pt>
                <c:pt idx="964">
                  <c:v>0.220684</c:v>
                </c:pt>
                <c:pt idx="965">
                  <c:v>0.212997</c:v>
                </c:pt>
                <c:pt idx="966">
                  <c:v>0.213372</c:v>
                </c:pt>
                <c:pt idx="967">
                  <c:v>0.23471</c:v>
                </c:pt>
                <c:pt idx="968">
                  <c:v>0.25869</c:v>
                </c:pt>
                <c:pt idx="969">
                  <c:v>0.249046</c:v>
                </c:pt>
                <c:pt idx="970">
                  <c:v>0.200674</c:v>
                </c:pt>
                <c:pt idx="971">
                  <c:v>0.246862</c:v>
                </c:pt>
                <c:pt idx="972">
                  <c:v>0.229318</c:v>
                </c:pt>
                <c:pt idx="973">
                  <c:v>0.216681</c:v>
                </c:pt>
                <c:pt idx="974">
                  <c:v>0.236163</c:v>
                </c:pt>
                <c:pt idx="975">
                  <c:v>0.220227</c:v>
                </c:pt>
                <c:pt idx="976">
                  <c:v>0.243362</c:v>
                </c:pt>
                <c:pt idx="977">
                  <c:v>0.27345</c:v>
                </c:pt>
                <c:pt idx="978">
                  <c:v>0.196696</c:v>
                </c:pt>
                <c:pt idx="979">
                  <c:v>0.095695</c:v>
                </c:pt>
                <c:pt idx="980">
                  <c:v>0.223174</c:v>
                </c:pt>
                <c:pt idx="981">
                  <c:v>0.139734</c:v>
                </c:pt>
                <c:pt idx="982">
                  <c:v>0.173751</c:v>
                </c:pt>
                <c:pt idx="983">
                  <c:v>0.174768</c:v>
                </c:pt>
                <c:pt idx="984">
                  <c:v>0.145896</c:v>
                </c:pt>
                <c:pt idx="985">
                  <c:v>0.171024</c:v>
                </c:pt>
                <c:pt idx="986">
                  <c:v>0.163611</c:v>
                </c:pt>
                <c:pt idx="987">
                  <c:v>0.213569</c:v>
                </c:pt>
                <c:pt idx="988">
                  <c:v>0.182787</c:v>
                </c:pt>
                <c:pt idx="989">
                  <c:v>0.146182</c:v>
                </c:pt>
                <c:pt idx="990">
                  <c:v>0.170154</c:v>
                </c:pt>
                <c:pt idx="991">
                  <c:v>0.186401</c:v>
                </c:pt>
                <c:pt idx="992">
                  <c:v>0.127224</c:v>
                </c:pt>
                <c:pt idx="993">
                  <c:v>0.21778</c:v>
                </c:pt>
                <c:pt idx="994">
                  <c:v>0.247125</c:v>
                </c:pt>
                <c:pt idx="995">
                  <c:v>0.199443</c:v>
                </c:pt>
                <c:pt idx="996">
                  <c:v>0.218229</c:v>
                </c:pt>
                <c:pt idx="997">
                  <c:v>0.218338</c:v>
                </c:pt>
                <c:pt idx="998">
                  <c:v>0.275369</c:v>
                </c:pt>
                <c:pt idx="999">
                  <c:v>0.205867</c:v>
                </c:pt>
                <c:pt idx="1000">
                  <c:v>0.248972</c:v>
                </c:pt>
                <c:pt idx="1001">
                  <c:v>0.230458</c:v>
                </c:pt>
                <c:pt idx="1002">
                  <c:v>0.235749</c:v>
                </c:pt>
                <c:pt idx="1003">
                  <c:v>0.232103</c:v>
                </c:pt>
                <c:pt idx="1004">
                  <c:v>0.253528</c:v>
                </c:pt>
                <c:pt idx="1005">
                  <c:v>0.212217</c:v>
                </c:pt>
                <c:pt idx="1006">
                  <c:v>0.201808</c:v>
                </c:pt>
                <c:pt idx="1007">
                  <c:v>0.225952</c:v>
                </c:pt>
                <c:pt idx="1008">
                  <c:v>0.239533</c:v>
                </c:pt>
                <c:pt idx="1009">
                  <c:v>0.214888</c:v>
                </c:pt>
                <c:pt idx="1010">
                  <c:v>0.149861</c:v>
                </c:pt>
                <c:pt idx="1011">
                  <c:v>0.24634</c:v>
                </c:pt>
                <c:pt idx="1012">
                  <c:v>0.158966</c:v>
                </c:pt>
                <c:pt idx="1013">
                  <c:v>0.194418</c:v>
                </c:pt>
                <c:pt idx="1014">
                  <c:v>0.196484</c:v>
                </c:pt>
                <c:pt idx="1015">
                  <c:v>0.153481</c:v>
                </c:pt>
                <c:pt idx="1016">
                  <c:v>0.14972</c:v>
                </c:pt>
                <c:pt idx="1017">
                  <c:v>0.199842</c:v>
                </c:pt>
                <c:pt idx="1018">
                  <c:v>0.201095</c:v>
                </c:pt>
                <c:pt idx="1019">
                  <c:v>0.191087</c:v>
                </c:pt>
                <c:pt idx="1020">
                  <c:v>0.158785</c:v>
                </c:pt>
                <c:pt idx="1021">
                  <c:v>0.140344</c:v>
                </c:pt>
                <c:pt idx="1022">
                  <c:v>0.202049</c:v>
                </c:pt>
                <c:pt idx="1023">
                  <c:v>0.13198</c:v>
                </c:pt>
                <c:pt idx="1024">
                  <c:v>0.190199</c:v>
                </c:pt>
                <c:pt idx="1025">
                  <c:v>0.16176</c:v>
                </c:pt>
                <c:pt idx="1026">
                  <c:v>0.227424</c:v>
                </c:pt>
                <c:pt idx="1027">
                  <c:v>0.203938</c:v>
                </c:pt>
                <c:pt idx="1028">
                  <c:v>0.211681</c:v>
                </c:pt>
                <c:pt idx="1029">
                  <c:v>0.091375</c:v>
                </c:pt>
                <c:pt idx="1030">
                  <c:v>0.09724</c:v>
                </c:pt>
                <c:pt idx="1031">
                  <c:v>0.195892</c:v>
                </c:pt>
                <c:pt idx="1032">
                  <c:v>0.179228</c:v>
                </c:pt>
                <c:pt idx="1033">
                  <c:v>0.185862</c:v>
                </c:pt>
                <c:pt idx="1034">
                  <c:v>0.184668</c:v>
                </c:pt>
                <c:pt idx="1035">
                  <c:v>0.147289</c:v>
                </c:pt>
                <c:pt idx="1036">
                  <c:v>0.208522</c:v>
                </c:pt>
                <c:pt idx="1037">
                  <c:v>0.181604</c:v>
                </c:pt>
                <c:pt idx="1038">
                  <c:v>0.157561</c:v>
                </c:pt>
                <c:pt idx="1039">
                  <c:v>0.220294</c:v>
                </c:pt>
                <c:pt idx="1040">
                  <c:v>0.192935</c:v>
                </c:pt>
                <c:pt idx="1041">
                  <c:v>0.264271</c:v>
                </c:pt>
                <c:pt idx="1042">
                  <c:v>0.209027</c:v>
                </c:pt>
                <c:pt idx="1043">
                  <c:v>0.206439</c:v>
                </c:pt>
                <c:pt idx="1044">
                  <c:v>0.120367</c:v>
                </c:pt>
                <c:pt idx="1045">
                  <c:v>0.216145</c:v>
                </c:pt>
                <c:pt idx="1046">
                  <c:v>0.209059</c:v>
                </c:pt>
                <c:pt idx="1047">
                  <c:v>0.187848</c:v>
                </c:pt>
                <c:pt idx="1048">
                  <c:v>0.163552</c:v>
                </c:pt>
                <c:pt idx="1049">
                  <c:v>0.197125</c:v>
                </c:pt>
                <c:pt idx="1050">
                  <c:v>0.135939</c:v>
                </c:pt>
                <c:pt idx="1051">
                  <c:v>0.161197</c:v>
                </c:pt>
                <c:pt idx="1052">
                  <c:v>0.16041</c:v>
                </c:pt>
                <c:pt idx="1053">
                  <c:v>0.155316</c:v>
                </c:pt>
                <c:pt idx="1054">
                  <c:v>0.164758</c:v>
                </c:pt>
                <c:pt idx="1055">
                  <c:v>0.22502</c:v>
                </c:pt>
                <c:pt idx="1056">
                  <c:v>0.166238</c:v>
                </c:pt>
                <c:pt idx="1057">
                  <c:v>0.169805</c:v>
                </c:pt>
                <c:pt idx="1058">
                  <c:v>0.182204</c:v>
                </c:pt>
                <c:pt idx="1059">
                  <c:v>0.193654</c:v>
                </c:pt>
                <c:pt idx="1060">
                  <c:v>0.169552</c:v>
                </c:pt>
                <c:pt idx="1061">
                  <c:v>0.143552</c:v>
                </c:pt>
                <c:pt idx="1062">
                  <c:v>0.152779</c:v>
                </c:pt>
                <c:pt idx="1063">
                  <c:v>0.190144</c:v>
                </c:pt>
                <c:pt idx="1064">
                  <c:v>0.156417</c:v>
                </c:pt>
                <c:pt idx="1065">
                  <c:v>0.180832</c:v>
                </c:pt>
                <c:pt idx="1066">
                  <c:v>0.179895</c:v>
                </c:pt>
                <c:pt idx="1067">
                  <c:v>0.216757</c:v>
                </c:pt>
                <c:pt idx="1068">
                  <c:v>0.157392</c:v>
                </c:pt>
                <c:pt idx="1069">
                  <c:v>0.196764</c:v>
                </c:pt>
                <c:pt idx="1070">
                  <c:v>0.167527</c:v>
                </c:pt>
                <c:pt idx="1071">
                  <c:v>0.18439</c:v>
                </c:pt>
                <c:pt idx="1072">
                  <c:v>0.178561</c:v>
                </c:pt>
                <c:pt idx="1073">
                  <c:v>0.213721</c:v>
                </c:pt>
                <c:pt idx="1074">
                  <c:v>0.185927</c:v>
                </c:pt>
                <c:pt idx="1075">
                  <c:v>0.239526</c:v>
                </c:pt>
                <c:pt idx="1076">
                  <c:v>0.198974</c:v>
                </c:pt>
                <c:pt idx="1077">
                  <c:v>0.256115</c:v>
                </c:pt>
                <c:pt idx="1078">
                  <c:v>0.192655</c:v>
                </c:pt>
                <c:pt idx="1079">
                  <c:v>0.174951</c:v>
                </c:pt>
                <c:pt idx="1080">
                  <c:v>0.173704</c:v>
                </c:pt>
                <c:pt idx="1081">
                  <c:v>0.225098</c:v>
                </c:pt>
                <c:pt idx="1082">
                  <c:v>0.279636</c:v>
                </c:pt>
                <c:pt idx="1083">
                  <c:v>0.18499</c:v>
                </c:pt>
                <c:pt idx="1084">
                  <c:v>0.214323</c:v>
                </c:pt>
                <c:pt idx="1085">
                  <c:v>0.16357</c:v>
                </c:pt>
                <c:pt idx="1086">
                  <c:v>0.169114</c:v>
                </c:pt>
                <c:pt idx="1087">
                  <c:v>0.109122</c:v>
                </c:pt>
                <c:pt idx="1088">
                  <c:v>0.116451</c:v>
                </c:pt>
                <c:pt idx="1089">
                  <c:v>0.167999</c:v>
                </c:pt>
                <c:pt idx="1090">
                  <c:v>0.103048</c:v>
                </c:pt>
                <c:pt idx="1091">
                  <c:v>0.150318</c:v>
                </c:pt>
                <c:pt idx="1092">
                  <c:v>0.145711</c:v>
                </c:pt>
              </c:numCache>
            </c:numRef>
          </c:yVal>
        </c:ser>
        <c:ser>
          <c:idx val="1"/>
          <c:order val="1"/>
          <c:tx>
            <c:v>Группа 2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3"/>
            <c:spPr>
              <a:solidFill xmlns:a="http://schemas.openxmlformats.org/drawingml/2006/main">
                <a:srgbClr val="CA9643"/>
              </a:solidFill>
            </c:spPr>
          </c:marker>
          <c:xVal>
            <c:numRef>
              <c:f>'Chart Data'!$C$2:$C$791</c:f>
              <c:numCache>
                <c:formatCode>General</c:formatCode>
                <c:ptCount val="790"/>
                <c:pt idx="0">
                  <c:v>0.081575</c:v>
                </c:pt>
                <c:pt idx="1">
                  <c:v>0.06235</c:v>
                </c:pt>
                <c:pt idx="2">
                  <c:v>0.014532</c:v>
                </c:pt>
                <c:pt idx="3">
                  <c:v>0.029373</c:v>
                </c:pt>
                <c:pt idx="4">
                  <c:v>0.098732</c:v>
                </c:pt>
                <c:pt idx="5">
                  <c:v>0.056822</c:v>
                </c:pt>
                <c:pt idx="6">
                  <c:v>0.059544</c:v>
                </c:pt>
                <c:pt idx="7">
                  <c:v>0.054288</c:v>
                </c:pt>
                <c:pt idx="8">
                  <c:v>0.041468</c:v>
                </c:pt>
                <c:pt idx="9">
                  <c:v>-0.022185</c:v>
                </c:pt>
                <c:pt idx="10">
                  <c:v>-0.009641</c:v>
                </c:pt>
                <c:pt idx="11">
                  <c:v>0.11613</c:v>
                </c:pt>
                <c:pt idx="12">
                  <c:v>0.02829</c:v>
                </c:pt>
                <c:pt idx="13">
                  <c:v>0.077587</c:v>
                </c:pt>
                <c:pt idx="14">
                  <c:v>0.062921</c:v>
                </c:pt>
                <c:pt idx="15">
                  <c:v>0.083718</c:v>
                </c:pt>
                <c:pt idx="16">
                  <c:v>0.073151</c:v>
                </c:pt>
                <c:pt idx="17">
                  <c:v>0.081843</c:v>
                </c:pt>
                <c:pt idx="18">
                  <c:v>0.014237</c:v>
                </c:pt>
                <c:pt idx="19">
                  <c:v>-0.02352</c:v>
                </c:pt>
                <c:pt idx="20">
                  <c:v>-0.046518</c:v>
                </c:pt>
                <c:pt idx="21">
                  <c:v>0.023075</c:v>
                </c:pt>
                <c:pt idx="22">
                  <c:v>-0.0338</c:v>
                </c:pt>
                <c:pt idx="23">
                  <c:v>0.028404</c:v>
                </c:pt>
                <c:pt idx="24">
                  <c:v>0.022305</c:v>
                </c:pt>
                <c:pt idx="25">
                  <c:v>-0.022</c:v>
                </c:pt>
                <c:pt idx="26">
                  <c:v>0.049024</c:v>
                </c:pt>
                <c:pt idx="27">
                  <c:v>0.033579</c:v>
                </c:pt>
                <c:pt idx="28">
                  <c:v>-0.021011</c:v>
                </c:pt>
                <c:pt idx="29">
                  <c:v>-0.026022</c:v>
                </c:pt>
                <c:pt idx="30">
                  <c:v>-0.013009</c:v>
                </c:pt>
                <c:pt idx="31">
                  <c:v>-0.00655</c:v>
                </c:pt>
                <c:pt idx="32">
                  <c:v>0.037162</c:v>
                </c:pt>
                <c:pt idx="33">
                  <c:v>-0.02735</c:v>
                </c:pt>
                <c:pt idx="34">
                  <c:v>-0.031924</c:v>
                </c:pt>
                <c:pt idx="35">
                  <c:v>-0.024973</c:v>
                </c:pt>
                <c:pt idx="36">
                  <c:v>0.008406</c:v>
                </c:pt>
                <c:pt idx="37">
                  <c:v>-0.024419</c:v>
                </c:pt>
                <c:pt idx="38">
                  <c:v>0.049799</c:v>
                </c:pt>
                <c:pt idx="39">
                  <c:v>0.004319</c:v>
                </c:pt>
                <c:pt idx="40">
                  <c:v>-0.029433</c:v>
                </c:pt>
                <c:pt idx="41">
                  <c:v>-0.03003</c:v>
                </c:pt>
                <c:pt idx="42">
                  <c:v>-0.037302</c:v>
                </c:pt>
                <c:pt idx="43">
                  <c:v>-0.035087</c:v>
                </c:pt>
                <c:pt idx="44">
                  <c:v>0.050326</c:v>
                </c:pt>
                <c:pt idx="45">
                  <c:v>-0.035929</c:v>
                </c:pt>
                <c:pt idx="46">
                  <c:v>-0.034824</c:v>
                </c:pt>
                <c:pt idx="47">
                  <c:v>-0.028821</c:v>
                </c:pt>
                <c:pt idx="48">
                  <c:v>-0.019759</c:v>
                </c:pt>
                <c:pt idx="49">
                  <c:v>0.076812</c:v>
                </c:pt>
                <c:pt idx="50">
                  <c:v>-0.021535</c:v>
                </c:pt>
                <c:pt idx="51">
                  <c:v>0.038362</c:v>
                </c:pt>
                <c:pt idx="52">
                  <c:v>0.086613</c:v>
                </c:pt>
                <c:pt idx="53">
                  <c:v>0.049887</c:v>
                </c:pt>
                <c:pt idx="54">
                  <c:v>0.006482</c:v>
                </c:pt>
                <c:pt idx="55">
                  <c:v>-0.037955</c:v>
                </c:pt>
                <c:pt idx="56">
                  <c:v>0.022858</c:v>
                </c:pt>
                <c:pt idx="57">
                  <c:v>0.014361</c:v>
                </c:pt>
                <c:pt idx="58">
                  <c:v>0.141669</c:v>
                </c:pt>
                <c:pt idx="59">
                  <c:v>0.093513</c:v>
                </c:pt>
                <c:pt idx="60">
                  <c:v>0.112567</c:v>
                </c:pt>
                <c:pt idx="61">
                  <c:v>0.097403</c:v>
                </c:pt>
                <c:pt idx="62">
                  <c:v>0.123969</c:v>
                </c:pt>
                <c:pt idx="63">
                  <c:v>0.100019</c:v>
                </c:pt>
                <c:pt idx="64">
                  <c:v>0.080567</c:v>
                </c:pt>
                <c:pt idx="65">
                  <c:v>0.086235</c:v>
                </c:pt>
                <c:pt idx="66">
                  <c:v>0.064106</c:v>
                </c:pt>
                <c:pt idx="67">
                  <c:v>0.019694</c:v>
                </c:pt>
                <c:pt idx="68">
                  <c:v>0.012321</c:v>
                </c:pt>
                <c:pt idx="69">
                  <c:v>0.000735</c:v>
                </c:pt>
                <c:pt idx="70">
                  <c:v>0.032899</c:v>
                </c:pt>
                <c:pt idx="71">
                  <c:v>0.014861</c:v>
                </c:pt>
                <c:pt idx="72">
                  <c:v>-0.000833</c:v>
                </c:pt>
                <c:pt idx="73">
                  <c:v>0.008937</c:v>
                </c:pt>
                <c:pt idx="74">
                  <c:v>0.018865</c:v>
                </c:pt>
                <c:pt idx="75">
                  <c:v>-0.008922</c:v>
                </c:pt>
                <c:pt idx="76">
                  <c:v>-0.029487</c:v>
                </c:pt>
                <c:pt idx="77">
                  <c:v>-0.085626</c:v>
                </c:pt>
                <c:pt idx="78">
                  <c:v>0.082435</c:v>
                </c:pt>
                <c:pt idx="79">
                  <c:v>-0.014949</c:v>
                </c:pt>
                <c:pt idx="80">
                  <c:v>0.073473</c:v>
                </c:pt>
                <c:pt idx="81">
                  <c:v>-0.001315</c:v>
                </c:pt>
                <c:pt idx="82">
                  <c:v>-0.025201</c:v>
                </c:pt>
                <c:pt idx="83">
                  <c:v>0.138743</c:v>
                </c:pt>
                <c:pt idx="84">
                  <c:v>0.018017</c:v>
                </c:pt>
                <c:pt idx="85">
                  <c:v>0.01238</c:v>
                </c:pt>
                <c:pt idx="86">
                  <c:v>-0.030119</c:v>
                </c:pt>
                <c:pt idx="87">
                  <c:v>-0.017607</c:v>
                </c:pt>
                <c:pt idx="88">
                  <c:v>-0.123259</c:v>
                </c:pt>
                <c:pt idx="89">
                  <c:v>-0.113361</c:v>
                </c:pt>
                <c:pt idx="90">
                  <c:v>0.01856</c:v>
                </c:pt>
                <c:pt idx="91">
                  <c:v>-0.043074</c:v>
                </c:pt>
                <c:pt idx="92">
                  <c:v>-0.006568</c:v>
                </c:pt>
                <c:pt idx="93">
                  <c:v>0.002455</c:v>
                </c:pt>
                <c:pt idx="94">
                  <c:v>-8.3E-05</c:v>
                </c:pt>
                <c:pt idx="95">
                  <c:v>0.05429</c:v>
                </c:pt>
                <c:pt idx="96">
                  <c:v>0.055296</c:v>
                </c:pt>
                <c:pt idx="97">
                  <c:v>0.075987</c:v>
                </c:pt>
                <c:pt idx="98">
                  <c:v>0.032319</c:v>
                </c:pt>
                <c:pt idx="99">
                  <c:v>0.009048</c:v>
                </c:pt>
                <c:pt idx="100">
                  <c:v>0.004579</c:v>
                </c:pt>
                <c:pt idx="101">
                  <c:v>-0.019678</c:v>
                </c:pt>
                <c:pt idx="102">
                  <c:v>-0.041416</c:v>
                </c:pt>
                <c:pt idx="103">
                  <c:v>-0.082012</c:v>
                </c:pt>
                <c:pt idx="104">
                  <c:v>-0.039989</c:v>
                </c:pt>
                <c:pt idx="105">
                  <c:v>-0.020398</c:v>
                </c:pt>
                <c:pt idx="106">
                  <c:v>-0.047822</c:v>
                </c:pt>
                <c:pt idx="107">
                  <c:v>0.033383</c:v>
                </c:pt>
                <c:pt idx="108">
                  <c:v>-0.025291</c:v>
                </c:pt>
                <c:pt idx="109">
                  <c:v>-0.096258</c:v>
                </c:pt>
                <c:pt idx="110">
                  <c:v>-0.012194</c:v>
                </c:pt>
                <c:pt idx="111">
                  <c:v>0.024441</c:v>
                </c:pt>
                <c:pt idx="112">
                  <c:v>0.1354</c:v>
                </c:pt>
                <c:pt idx="113">
                  <c:v>0.170511</c:v>
                </c:pt>
                <c:pt idx="114">
                  <c:v>0.058783</c:v>
                </c:pt>
                <c:pt idx="115">
                  <c:v>0.046446</c:v>
                </c:pt>
                <c:pt idx="116">
                  <c:v>0.008479</c:v>
                </c:pt>
                <c:pt idx="117">
                  <c:v>0.040316</c:v>
                </c:pt>
                <c:pt idx="118">
                  <c:v>0.098155</c:v>
                </c:pt>
                <c:pt idx="119">
                  <c:v>0.12573</c:v>
                </c:pt>
                <c:pt idx="120">
                  <c:v>0.108124</c:v>
                </c:pt>
                <c:pt idx="121">
                  <c:v>-0.022725</c:v>
                </c:pt>
                <c:pt idx="122">
                  <c:v>0.005668</c:v>
                </c:pt>
                <c:pt idx="123">
                  <c:v>-0.028818</c:v>
                </c:pt>
                <c:pt idx="124">
                  <c:v>0.082948</c:v>
                </c:pt>
                <c:pt idx="125">
                  <c:v>0.003236</c:v>
                </c:pt>
                <c:pt idx="126">
                  <c:v>-0.032599</c:v>
                </c:pt>
                <c:pt idx="127">
                  <c:v>0.001584</c:v>
                </c:pt>
                <c:pt idx="128">
                  <c:v>0.029217</c:v>
                </c:pt>
                <c:pt idx="129">
                  <c:v>-0.013111</c:v>
                </c:pt>
                <c:pt idx="130">
                  <c:v>0.004948</c:v>
                </c:pt>
                <c:pt idx="131">
                  <c:v>0.062235</c:v>
                </c:pt>
                <c:pt idx="132">
                  <c:v>0.086869</c:v>
                </c:pt>
                <c:pt idx="133">
                  <c:v>0.00502</c:v>
                </c:pt>
                <c:pt idx="134">
                  <c:v>0.064992</c:v>
                </c:pt>
                <c:pt idx="135">
                  <c:v>-0.025335</c:v>
                </c:pt>
                <c:pt idx="136">
                  <c:v>0.100919</c:v>
                </c:pt>
                <c:pt idx="137">
                  <c:v>0.038563</c:v>
                </c:pt>
                <c:pt idx="138">
                  <c:v>0.096407</c:v>
                </c:pt>
                <c:pt idx="139">
                  <c:v>-0.004439</c:v>
                </c:pt>
                <c:pt idx="140">
                  <c:v>0.057911</c:v>
                </c:pt>
                <c:pt idx="141">
                  <c:v>-0.019488</c:v>
                </c:pt>
                <c:pt idx="142">
                  <c:v>-0.019796</c:v>
                </c:pt>
                <c:pt idx="143">
                  <c:v>0.00524</c:v>
                </c:pt>
                <c:pt idx="144">
                  <c:v>-0.004318</c:v>
                </c:pt>
                <c:pt idx="145">
                  <c:v>-0.00225</c:v>
                </c:pt>
                <c:pt idx="146">
                  <c:v>-0.042287</c:v>
                </c:pt>
                <c:pt idx="147">
                  <c:v>-0.01028</c:v>
                </c:pt>
                <c:pt idx="148">
                  <c:v>0.104084</c:v>
                </c:pt>
                <c:pt idx="149">
                  <c:v>-0.028762</c:v>
                </c:pt>
                <c:pt idx="150">
                  <c:v>0.062061</c:v>
                </c:pt>
                <c:pt idx="151">
                  <c:v>-0.001675</c:v>
                </c:pt>
                <c:pt idx="152">
                  <c:v>0.099894</c:v>
                </c:pt>
                <c:pt idx="153">
                  <c:v>0.026345</c:v>
                </c:pt>
                <c:pt idx="154">
                  <c:v>0.096221</c:v>
                </c:pt>
                <c:pt idx="155">
                  <c:v>0.05902</c:v>
                </c:pt>
                <c:pt idx="156">
                  <c:v>0.061005</c:v>
                </c:pt>
                <c:pt idx="157">
                  <c:v>0.023644</c:v>
                </c:pt>
                <c:pt idx="158">
                  <c:v>0.047703</c:v>
                </c:pt>
                <c:pt idx="159">
                  <c:v>-0.014451</c:v>
                </c:pt>
                <c:pt idx="160">
                  <c:v>0.084247</c:v>
                </c:pt>
                <c:pt idx="161">
                  <c:v>-0.027055</c:v>
                </c:pt>
                <c:pt idx="162">
                  <c:v>-0.008668</c:v>
                </c:pt>
                <c:pt idx="163">
                  <c:v>-0.040249</c:v>
                </c:pt>
                <c:pt idx="164">
                  <c:v>0.005901</c:v>
                </c:pt>
                <c:pt idx="165">
                  <c:v>-0.008816</c:v>
                </c:pt>
                <c:pt idx="166">
                  <c:v>0.058942</c:v>
                </c:pt>
                <c:pt idx="167">
                  <c:v>-0.023535</c:v>
                </c:pt>
                <c:pt idx="168">
                  <c:v>-0.009508</c:v>
                </c:pt>
                <c:pt idx="169">
                  <c:v>-0.033421</c:v>
                </c:pt>
                <c:pt idx="170">
                  <c:v>0.001339</c:v>
                </c:pt>
                <c:pt idx="171">
                  <c:v>-0.018987</c:v>
                </c:pt>
                <c:pt idx="172">
                  <c:v>0.098218</c:v>
                </c:pt>
                <c:pt idx="173">
                  <c:v>0.019375</c:v>
                </c:pt>
                <c:pt idx="174">
                  <c:v>0.070702</c:v>
                </c:pt>
                <c:pt idx="175">
                  <c:v>-0.014267</c:v>
                </c:pt>
                <c:pt idx="176">
                  <c:v>-0.018138</c:v>
                </c:pt>
                <c:pt idx="177">
                  <c:v>-0.029931</c:v>
                </c:pt>
                <c:pt idx="178">
                  <c:v>0.018342</c:v>
                </c:pt>
                <c:pt idx="179">
                  <c:v>-0.014391</c:v>
                </c:pt>
                <c:pt idx="180">
                  <c:v>-0.03484</c:v>
                </c:pt>
                <c:pt idx="181">
                  <c:v>0.036877</c:v>
                </c:pt>
                <c:pt idx="182">
                  <c:v>0.076418</c:v>
                </c:pt>
                <c:pt idx="183">
                  <c:v>-0.027308</c:v>
                </c:pt>
                <c:pt idx="184">
                  <c:v>0.013794</c:v>
                </c:pt>
                <c:pt idx="185">
                  <c:v>0.047327</c:v>
                </c:pt>
                <c:pt idx="186">
                  <c:v>0.013173</c:v>
                </c:pt>
                <c:pt idx="187">
                  <c:v>0.019035</c:v>
                </c:pt>
                <c:pt idx="188">
                  <c:v>0.020795</c:v>
                </c:pt>
                <c:pt idx="189">
                  <c:v>-0.027798</c:v>
                </c:pt>
                <c:pt idx="190">
                  <c:v>-0.016532</c:v>
                </c:pt>
                <c:pt idx="191">
                  <c:v>-0.010814</c:v>
                </c:pt>
                <c:pt idx="192">
                  <c:v>-0.052077</c:v>
                </c:pt>
                <c:pt idx="193">
                  <c:v>-0.037311</c:v>
                </c:pt>
                <c:pt idx="194">
                  <c:v>-0.042303</c:v>
                </c:pt>
                <c:pt idx="195">
                  <c:v>-0.027901</c:v>
                </c:pt>
                <c:pt idx="196">
                  <c:v>-0.045433</c:v>
                </c:pt>
                <c:pt idx="197">
                  <c:v>-0.020974</c:v>
                </c:pt>
                <c:pt idx="198">
                  <c:v>0.013492</c:v>
                </c:pt>
                <c:pt idx="199">
                  <c:v>-0.011263</c:v>
                </c:pt>
                <c:pt idx="200">
                  <c:v>0.06989</c:v>
                </c:pt>
                <c:pt idx="201">
                  <c:v>0.005992</c:v>
                </c:pt>
                <c:pt idx="202">
                  <c:v>-0.025122</c:v>
                </c:pt>
                <c:pt idx="203">
                  <c:v>-0.052988</c:v>
                </c:pt>
                <c:pt idx="204">
                  <c:v>-0.033103</c:v>
                </c:pt>
                <c:pt idx="205">
                  <c:v>-0.028301</c:v>
                </c:pt>
                <c:pt idx="206">
                  <c:v>-0.017208</c:v>
                </c:pt>
                <c:pt idx="207">
                  <c:v>0.005526</c:v>
                </c:pt>
                <c:pt idx="208">
                  <c:v>0.045624</c:v>
                </c:pt>
                <c:pt idx="209">
                  <c:v>-0.008224</c:v>
                </c:pt>
                <c:pt idx="210">
                  <c:v>-0.058938</c:v>
                </c:pt>
                <c:pt idx="211">
                  <c:v>-0.007706</c:v>
                </c:pt>
                <c:pt idx="212">
                  <c:v>0.08894</c:v>
                </c:pt>
                <c:pt idx="213">
                  <c:v>0.068859</c:v>
                </c:pt>
                <c:pt idx="214">
                  <c:v>-0.058993</c:v>
                </c:pt>
                <c:pt idx="215">
                  <c:v>-0.002101</c:v>
                </c:pt>
                <c:pt idx="216">
                  <c:v>-0.043604</c:v>
                </c:pt>
                <c:pt idx="217">
                  <c:v>-0.026743</c:v>
                </c:pt>
                <c:pt idx="218">
                  <c:v>-0.090579</c:v>
                </c:pt>
                <c:pt idx="219">
                  <c:v>-0.127638</c:v>
                </c:pt>
                <c:pt idx="220">
                  <c:v>-0.166488</c:v>
                </c:pt>
                <c:pt idx="221">
                  <c:v>0.085723</c:v>
                </c:pt>
                <c:pt idx="222">
                  <c:v>0.008157</c:v>
                </c:pt>
                <c:pt idx="223">
                  <c:v>0.021208</c:v>
                </c:pt>
                <c:pt idx="224">
                  <c:v>0.003012</c:v>
                </c:pt>
                <c:pt idx="225">
                  <c:v>-0.014965</c:v>
                </c:pt>
                <c:pt idx="226">
                  <c:v>0.021935</c:v>
                </c:pt>
                <c:pt idx="227">
                  <c:v>-0.037725</c:v>
                </c:pt>
                <c:pt idx="228">
                  <c:v>0.041301</c:v>
                </c:pt>
                <c:pt idx="229">
                  <c:v>0.017978</c:v>
                </c:pt>
                <c:pt idx="230">
                  <c:v>-0.010047</c:v>
                </c:pt>
                <c:pt idx="231">
                  <c:v>0.023696</c:v>
                </c:pt>
                <c:pt idx="232">
                  <c:v>0.017686</c:v>
                </c:pt>
                <c:pt idx="233">
                  <c:v>0.036872</c:v>
                </c:pt>
                <c:pt idx="234">
                  <c:v>0.029137</c:v>
                </c:pt>
                <c:pt idx="235">
                  <c:v>-0.045166</c:v>
                </c:pt>
                <c:pt idx="236">
                  <c:v>0.003553</c:v>
                </c:pt>
                <c:pt idx="237">
                  <c:v>-0.035757</c:v>
                </c:pt>
                <c:pt idx="238">
                  <c:v>0.092238</c:v>
                </c:pt>
                <c:pt idx="239">
                  <c:v>0.002484</c:v>
                </c:pt>
                <c:pt idx="240">
                  <c:v>-0.036652</c:v>
                </c:pt>
                <c:pt idx="241">
                  <c:v>0.004591</c:v>
                </c:pt>
                <c:pt idx="242">
                  <c:v>0.024535</c:v>
                </c:pt>
                <c:pt idx="243">
                  <c:v>-0.048781</c:v>
                </c:pt>
                <c:pt idx="244">
                  <c:v>-0.04352</c:v>
                </c:pt>
                <c:pt idx="245">
                  <c:v>0.056999</c:v>
                </c:pt>
                <c:pt idx="246">
                  <c:v>0.022992</c:v>
                </c:pt>
                <c:pt idx="247">
                  <c:v>-0.021045</c:v>
                </c:pt>
                <c:pt idx="248">
                  <c:v>-0.020892</c:v>
                </c:pt>
                <c:pt idx="249">
                  <c:v>0.11093</c:v>
                </c:pt>
                <c:pt idx="250">
                  <c:v>0.001732</c:v>
                </c:pt>
                <c:pt idx="251">
                  <c:v>0.045777</c:v>
                </c:pt>
                <c:pt idx="252">
                  <c:v>0.022421</c:v>
                </c:pt>
                <c:pt idx="253">
                  <c:v>-0.033201</c:v>
                </c:pt>
                <c:pt idx="254">
                  <c:v>-0.03072</c:v>
                </c:pt>
                <c:pt idx="255">
                  <c:v>0.045052</c:v>
                </c:pt>
                <c:pt idx="256">
                  <c:v>-0.036279</c:v>
                </c:pt>
                <c:pt idx="257">
                  <c:v>0.069836</c:v>
                </c:pt>
                <c:pt idx="258">
                  <c:v>0.029705</c:v>
                </c:pt>
                <c:pt idx="259">
                  <c:v>-0.020648</c:v>
                </c:pt>
                <c:pt idx="260">
                  <c:v>-0.053763</c:v>
                </c:pt>
                <c:pt idx="261">
                  <c:v>0.011788</c:v>
                </c:pt>
                <c:pt idx="262">
                  <c:v>-0.064791</c:v>
                </c:pt>
                <c:pt idx="263">
                  <c:v>-0.064535</c:v>
                </c:pt>
                <c:pt idx="264">
                  <c:v>-0.061949</c:v>
                </c:pt>
                <c:pt idx="265">
                  <c:v>-0.040051</c:v>
                </c:pt>
                <c:pt idx="266">
                  <c:v>0.097731</c:v>
                </c:pt>
                <c:pt idx="267">
                  <c:v>0.049728</c:v>
                </c:pt>
                <c:pt idx="268">
                  <c:v>0.093547</c:v>
                </c:pt>
                <c:pt idx="269">
                  <c:v>0.07817</c:v>
                </c:pt>
                <c:pt idx="270">
                  <c:v>-0.015527</c:v>
                </c:pt>
                <c:pt idx="271">
                  <c:v>0.039329</c:v>
                </c:pt>
                <c:pt idx="272">
                  <c:v>0.066732</c:v>
                </c:pt>
                <c:pt idx="273">
                  <c:v>0.046165</c:v>
                </c:pt>
                <c:pt idx="274">
                  <c:v>0.120148</c:v>
                </c:pt>
                <c:pt idx="275">
                  <c:v>0.018859</c:v>
                </c:pt>
                <c:pt idx="276">
                  <c:v>0.057058</c:v>
                </c:pt>
                <c:pt idx="277">
                  <c:v>0.086289</c:v>
                </c:pt>
                <c:pt idx="278">
                  <c:v>0.051986</c:v>
                </c:pt>
                <c:pt idx="279">
                  <c:v>-0.028429</c:v>
                </c:pt>
                <c:pt idx="280">
                  <c:v>-0.07249</c:v>
                </c:pt>
                <c:pt idx="281">
                  <c:v>-0.051124</c:v>
                </c:pt>
                <c:pt idx="282">
                  <c:v>-0.077417</c:v>
                </c:pt>
                <c:pt idx="283">
                  <c:v>-0.070733</c:v>
                </c:pt>
                <c:pt idx="284">
                  <c:v>0.050034</c:v>
                </c:pt>
                <c:pt idx="285">
                  <c:v>-0.049018</c:v>
                </c:pt>
                <c:pt idx="286">
                  <c:v>0.076332</c:v>
                </c:pt>
                <c:pt idx="287">
                  <c:v>0.004243</c:v>
                </c:pt>
                <c:pt idx="288">
                  <c:v>-0.043489</c:v>
                </c:pt>
                <c:pt idx="289">
                  <c:v>-0.079762</c:v>
                </c:pt>
                <c:pt idx="290">
                  <c:v>-0.042234</c:v>
                </c:pt>
                <c:pt idx="291">
                  <c:v>-0.074634</c:v>
                </c:pt>
                <c:pt idx="292">
                  <c:v>-0.03841</c:v>
                </c:pt>
                <c:pt idx="293">
                  <c:v>0.044113</c:v>
                </c:pt>
                <c:pt idx="294">
                  <c:v>-0.022107</c:v>
                </c:pt>
                <c:pt idx="295">
                  <c:v>-0.015207</c:v>
                </c:pt>
                <c:pt idx="296">
                  <c:v>-0.06359</c:v>
                </c:pt>
                <c:pt idx="297">
                  <c:v>0.056679</c:v>
                </c:pt>
                <c:pt idx="298">
                  <c:v>0.000837</c:v>
                </c:pt>
                <c:pt idx="299">
                  <c:v>0.015334</c:v>
                </c:pt>
                <c:pt idx="300">
                  <c:v>0.07802</c:v>
                </c:pt>
                <c:pt idx="301">
                  <c:v>-0.016241</c:v>
                </c:pt>
                <c:pt idx="302">
                  <c:v>0.034381</c:v>
                </c:pt>
                <c:pt idx="303">
                  <c:v>0.03707</c:v>
                </c:pt>
                <c:pt idx="304">
                  <c:v>-0.021347</c:v>
                </c:pt>
                <c:pt idx="305">
                  <c:v>0.070836</c:v>
                </c:pt>
                <c:pt idx="306">
                  <c:v>0.063232</c:v>
                </c:pt>
                <c:pt idx="307">
                  <c:v>0.069995</c:v>
                </c:pt>
                <c:pt idx="308">
                  <c:v>0.038328</c:v>
                </c:pt>
                <c:pt idx="309">
                  <c:v>-0.023545</c:v>
                </c:pt>
                <c:pt idx="310">
                  <c:v>0.048211</c:v>
                </c:pt>
                <c:pt idx="311">
                  <c:v>0.018262</c:v>
                </c:pt>
                <c:pt idx="312">
                  <c:v>0.01551</c:v>
                </c:pt>
                <c:pt idx="313">
                  <c:v>-0.009367</c:v>
                </c:pt>
                <c:pt idx="314">
                  <c:v>-0.026858</c:v>
                </c:pt>
                <c:pt idx="315">
                  <c:v>0.013363</c:v>
                </c:pt>
                <c:pt idx="316">
                  <c:v>-0.009292</c:v>
                </c:pt>
                <c:pt idx="317">
                  <c:v>0.070664</c:v>
                </c:pt>
                <c:pt idx="318">
                  <c:v>0.05318</c:v>
                </c:pt>
                <c:pt idx="319">
                  <c:v>0.002874</c:v>
                </c:pt>
                <c:pt idx="320">
                  <c:v>0.000824</c:v>
                </c:pt>
                <c:pt idx="321">
                  <c:v>-0.005757</c:v>
                </c:pt>
                <c:pt idx="322">
                  <c:v>0.005686</c:v>
                </c:pt>
                <c:pt idx="323">
                  <c:v>0.033494</c:v>
                </c:pt>
                <c:pt idx="324">
                  <c:v>0.150383</c:v>
                </c:pt>
                <c:pt idx="325">
                  <c:v>-0.035177</c:v>
                </c:pt>
                <c:pt idx="326">
                  <c:v>0.016999</c:v>
                </c:pt>
                <c:pt idx="327">
                  <c:v>-0.018022</c:v>
                </c:pt>
                <c:pt idx="328">
                  <c:v>0.013198</c:v>
                </c:pt>
                <c:pt idx="329">
                  <c:v>0.0511</c:v>
                </c:pt>
                <c:pt idx="330">
                  <c:v>-0.020455</c:v>
                </c:pt>
                <c:pt idx="331">
                  <c:v>-0.006742</c:v>
                </c:pt>
                <c:pt idx="332">
                  <c:v>-0.01841</c:v>
                </c:pt>
                <c:pt idx="333">
                  <c:v>0.055467</c:v>
                </c:pt>
                <c:pt idx="334">
                  <c:v>0.10324</c:v>
                </c:pt>
                <c:pt idx="335">
                  <c:v>0.057239</c:v>
                </c:pt>
                <c:pt idx="336">
                  <c:v>0.020971</c:v>
                </c:pt>
                <c:pt idx="337">
                  <c:v>-0.040961</c:v>
                </c:pt>
                <c:pt idx="338">
                  <c:v>0.019179</c:v>
                </c:pt>
                <c:pt idx="339">
                  <c:v>-0.009901</c:v>
                </c:pt>
                <c:pt idx="340">
                  <c:v>-0.016549</c:v>
                </c:pt>
                <c:pt idx="341">
                  <c:v>0.007432</c:v>
                </c:pt>
                <c:pt idx="342">
                  <c:v>0.100989</c:v>
                </c:pt>
                <c:pt idx="343">
                  <c:v>-0.056046</c:v>
                </c:pt>
                <c:pt idx="344">
                  <c:v>-0.01253</c:v>
                </c:pt>
                <c:pt idx="345">
                  <c:v>-0.022323</c:v>
                </c:pt>
                <c:pt idx="346">
                  <c:v>-0.000243</c:v>
                </c:pt>
                <c:pt idx="347">
                  <c:v>0.034212</c:v>
                </c:pt>
                <c:pt idx="348">
                  <c:v>-0.028372</c:v>
                </c:pt>
                <c:pt idx="349">
                  <c:v>-0.009964</c:v>
                </c:pt>
                <c:pt idx="350">
                  <c:v>-0.035827</c:v>
                </c:pt>
                <c:pt idx="351">
                  <c:v>-0.016246</c:v>
                </c:pt>
                <c:pt idx="352">
                  <c:v>0.126389</c:v>
                </c:pt>
                <c:pt idx="353">
                  <c:v>0.022524</c:v>
                </c:pt>
                <c:pt idx="354">
                  <c:v>0.013649</c:v>
                </c:pt>
                <c:pt idx="355">
                  <c:v>0.051473</c:v>
                </c:pt>
                <c:pt idx="356">
                  <c:v>0.112017</c:v>
                </c:pt>
                <c:pt idx="357">
                  <c:v>-0.008009</c:v>
                </c:pt>
                <c:pt idx="358">
                  <c:v>0.121238</c:v>
                </c:pt>
                <c:pt idx="359">
                  <c:v>0.100825</c:v>
                </c:pt>
                <c:pt idx="360">
                  <c:v>-0.029211</c:v>
                </c:pt>
                <c:pt idx="361">
                  <c:v>-0.009021</c:v>
                </c:pt>
                <c:pt idx="362">
                  <c:v>0.013889</c:v>
                </c:pt>
                <c:pt idx="363">
                  <c:v>0.050326</c:v>
                </c:pt>
                <c:pt idx="364">
                  <c:v>0.009393</c:v>
                </c:pt>
                <c:pt idx="365">
                  <c:v>-0.003475</c:v>
                </c:pt>
                <c:pt idx="366">
                  <c:v>0.072125</c:v>
                </c:pt>
                <c:pt idx="367">
                  <c:v>0.000205</c:v>
                </c:pt>
                <c:pt idx="368">
                  <c:v>0.025678</c:v>
                </c:pt>
                <c:pt idx="369">
                  <c:v>-0.00819</c:v>
                </c:pt>
                <c:pt idx="370">
                  <c:v>-0.031717</c:v>
                </c:pt>
                <c:pt idx="371">
                  <c:v>0.000297</c:v>
                </c:pt>
                <c:pt idx="372">
                  <c:v>0.0091</c:v>
                </c:pt>
                <c:pt idx="373">
                  <c:v>0.022301</c:v>
                </c:pt>
                <c:pt idx="374">
                  <c:v>-0.023999</c:v>
                </c:pt>
                <c:pt idx="375">
                  <c:v>0.058822</c:v>
                </c:pt>
                <c:pt idx="376">
                  <c:v>-0.012156</c:v>
                </c:pt>
                <c:pt idx="377">
                  <c:v>-0.001042</c:v>
                </c:pt>
                <c:pt idx="378">
                  <c:v>0.029062</c:v>
                </c:pt>
                <c:pt idx="379">
                  <c:v>0.023828</c:v>
                </c:pt>
                <c:pt idx="380">
                  <c:v>-0.014597</c:v>
                </c:pt>
                <c:pt idx="381">
                  <c:v>0.040451</c:v>
                </c:pt>
                <c:pt idx="382">
                  <c:v>-0.04592</c:v>
                </c:pt>
                <c:pt idx="383">
                  <c:v>-0.008179</c:v>
                </c:pt>
                <c:pt idx="384">
                  <c:v>-0.014717</c:v>
                </c:pt>
                <c:pt idx="385">
                  <c:v>-0.041803</c:v>
                </c:pt>
                <c:pt idx="386">
                  <c:v>-0.034015</c:v>
                </c:pt>
                <c:pt idx="387">
                  <c:v>0.082321</c:v>
                </c:pt>
                <c:pt idx="388">
                  <c:v>-0.018649</c:v>
                </c:pt>
                <c:pt idx="389">
                  <c:v>0.020628</c:v>
                </c:pt>
                <c:pt idx="390">
                  <c:v>-0.019189</c:v>
                </c:pt>
                <c:pt idx="391">
                  <c:v>-0.006699</c:v>
                </c:pt>
                <c:pt idx="392">
                  <c:v>-0.046597</c:v>
                </c:pt>
                <c:pt idx="393">
                  <c:v>0.039886</c:v>
                </c:pt>
                <c:pt idx="394">
                  <c:v>0.017496</c:v>
                </c:pt>
                <c:pt idx="395">
                  <c:v>0.011118</c:v>
                </c:pt>
                <c:pt idx="396">
                  <c:v>-0.015719</c:v>
                </c:pt>
                <c:pt idx="397">
                  <c:v>-0.000922</c:v>
                </c:pt>
                <c:pt idx="398">
                  <c:v>0.132768</c:v>
                </c:pt>
                <c:pt idx="399">
                  <c:v>0.06187</c:v>
                </c:pt>
                <c:pt idx="400">
                  <c:v>0.071042</c:v>
                </c:pt>
                <c:pt idx="401">
                  <c:v>0.048983</c:v>
                </c:pt>
                <c:pt idx="402">
                  <c:v>0.035416</c:v>
                </c:pt>
                <c:pt idx="403">
                  <c:v>0.047605</c:v>
                </c:pt>
                <c:pt idx="404">
                  <c:v>-0.010634</c:v>
                </c:pt>
                <c:pt idx="405">
                  <c:v>0.098347</c:v>
                </c:pt>
                <c:pt idx="406">
                  <c:v>0.045633</c:v>
                </c:pt>
                <c:pt idx="407">
                  <c:v>0.020799</c:v>
                </c:pt>
                <c:pt idx="408">
                  <c:v>0.009356</c:v>
                </c:pt>
                <c:pt idx="409">
                  <c:v>0.062814</c:v>
                </c:pt>
                <c:pt idx="410">
                  <c:v>0.067568</c:v>
                </c:pt>
                <c:pt idx="411">
                  <c:v>0.054117</c:v>
                </c:pt>
                <c:pt idx="412">
                  <c:v>0.012633</c:v>
                </c:pt>
                <c:pt idx="413">
                  <c:v>0.042119</c:v>
                </c:pt>
                <c:pt idx="414">
                  <c:v>0.106619</c:v>
                </c:pt>
                <c:pt idx="415">
                  <c:v>0.058789</c:v>
                </c:pt>
                <c:pt idx="416">
                  <c:v>0.102068</c:v>
                </c:pt>
                <c:pt idx="417">
                  <c:v>0.129721</c:v>
                </c:pt>
                <c:pt idx="418">
                  <c:v>0.094855</c:v>
                </c:pt>
                <c:pt idx="419">
                  <c:v>0.083443</c:v>
                </c:pt>
                <c:pt idx="420">
                  <c:v>0.047956</c:v>
                </c:pt>
                <c:pt idx="421">
                  <c:v>0.100083</c:v>
                </c:pt>
                <c:pt idx="422">
                  <c:v>0.090997</c:v>
                </c:pt>
                <c:pt idx="423">
                  <c:v>0.028709</c:v>
                </c:pt>
                <c:pt idx="424">
                  <c:v>0.107772</c:v>
                </c:pt>
                <c:pt idx="425">
                  <c:v>0.148318</c:v>
                </c:pt>
                <c:pt idx="426">
                  <c:v>0.138644</c:v>
                </c:pt>
                <c:pt idx="427">
                  <c:v>0.094503</c:v>
                </c:pt>
                <c:pt idx="428">
                  <c:v>0.023663</c:v>
                </c:pt>
                <c:pt idx="429">
                  <c:v>0.075193</c:v>
                </c:pt>
                <c:pt idx="430">
                  <c:v>0.1094</c:v>
                </c:pt>
                <c:pt idx="431">
                  <c:v>0.128654</c:v>
                </c:pt>
                <c:pt idx="432">
                  <c:v>0.088282</c:v>
                </c:pt>
                <c:pt idx="433">
                  <c:v>0.081682</c:v>
                </c:pt>
                <c:pt idx="434">
                  <c:v>0.023633</c:v>
                </c:pt>
                <c:pt idx="435">
                  <c:v>0.007907</c:v>
                </c:pt>
                <c:pt idx="436">
                  <c:v>0.135921</c:v>
                </c:pt>
                <c:pt idx="437">
                  <c:v>0.028213</c:v>
                </c:pt>
                <c:pt idx="438">
                  <c:v>0.057226</c:v>
                </c:pt>
                <c:pt idx="439">
                  <c:v>0.08102</c:v>
                </c:pt>
                <c:pt idx="440">
                  <c:v>0.031461</c:v>
                </c:pt>
                <c:pt idx="441">
                  <c:v>0.071356</c:v>
                </c:pt>
                <c:pt idx="442">
                  <c:v>-0.001674</c:v>
                </c:pt>
                <c:pt idx="443">
                  <c:v>0.075226</c:v>
                </c:pt>
                <c:pt idx="444">
                  <c:v>0.014548</c:v>
                </c:pt>
                <c:pt idx="445">
                  <c:v>0.040229</c:v>
                </c:pt>
                <c:pt idx="446">
                  <c:v>0.05955</c:v>
                </c:pt>
                <c:pt idx="447">
                  <c:v>0.049549</c:v>
                </c:pt>
                <c:pt idx="448">
                  <c:v>0.136366</c:v>
                </c:pt>
                <c:pt idx="449">
                  <c:v>0.023346</c:v>
                </c:pt>
                <c:pt idx="450">
                  <c:v>0.055078</c:v>
                </c:pt>
                <c:pt idx="451">
                  <c:v>0.078919</c:v>
                </c:pt>
                <c:pt idx="452">
                  <c:v>0.067738</c:v>
                </c:pt>
                <c:pt idx="453">
                  <c:v>-0.003857</c:v>
                </c:pt>
                <c:pt idx="454">
                  <c:v>0.062686</c:v>
                </c:pt>
                <c:pt idx="455">
                  <c:v>0.058219</c:v>
                </c:pt>
                <c:pt idx="456">
                  <c:v>0.05708</c:v>
                </c:pt>
                <c:pt idx="457">
                  <c:v>0.012579</c:v>
                </c:pt>
                <c:pt idx="458">
                  <c:v>-0.00891</c:v>
                </c:pt>
                <c:pt idx="459">
                  <c:v>0.025139</c:v>
                </c:pt>
                <c:pt idx="460">
                  <c:v>0.002663</c:v>
                </c:pt>
                <c:pt idx="461">
                  <c:v>0.003586</c:v>
                </c:pt>
                <c:pt idx="462">
                  <c:v>-0.001752</c:v>
                </c:pt>
                <c:pt idx="463">
                  <c:v>0.020796</c:v>
                </c:pt>
                <c:pt idx="464">
                  <c:v>0.056933</c:v>
                </c:pt>
                <c:pt idx="465">
                  <c:v>0.028844</c:v>
                </c:pt>
                <c:pt idx="466">
                  <c:v>-0.01498</c:v>
                </c:pt>
                <c:pt idx="467">
                  <c:v>0.035866</c:v>
                </c:pt>
                <c:pt idx="468">
                  <c:v>-0.005881</c:v>
                </c:pt>
                <c:pt idx="469">
                  <c:v>0.004376</c:v>
                </c:pt>
                <c:pt idx="470">
                  <c:v>-0.002359</c:v>
                </c:pt>
                <c:pt idx="471">
                  <c:v>-0.004252</c:v>
                </c:pt>
                <c:pt idx="472">
                  <c:v>0.053374</c:v>
                </c:pt>
                <c:pt idx="473">
                  <c:v>0.003001</c:v>
                </c:pt>
                <c:pt idx="474">
                  <c:v>0.056656</c:v>
                </c:pt>
                <c:pt idx="475">
                  <c:v>-0.015439</c:v>
                </c:pt>
                <c:pt idx="476">
                  <c:v>0.033892</c:v>
                </c:pt>
                <c:pt idx="477">
                  <c:v>-0.021107</c:v>
                </c:pt>
                <c:pt idx="478">
                  <c:v>0.096596</c:v>
                </c:pt>
                <c:pt idx="479">
                  <c:v>0.060712</c:v>
                </c:pt>
                <c:pt idx="480">
                  <c:v>0.019574</c:v>
                </c:pt>
                <c:pt idx="481">
                  <c:v>0.063337</c:v>
                </c:pt>
                <c:pt idx="482">
                  <c:v>0.122866</c:v>
                </c:pt>
                <c:pt idx="483">
                  <c:v>-0.036818</c:v>
                </c:pt>
                <c:pt idx="484">
                  <c:v>-0.030669</c:v>
                </c:pt>
                <c:pt idx="485">
                  <c:v>-0.016701</c:v>
                </c:pt>
                <c:pt idx="486">
                  <c:v>0.005977</c:v>
                </c:pt>
                <c:pt idx="487">
                  <c:v>-0.005866</c:v>
                </c:pt>
                <c:pt idx="488">
                  <c:v>0.084833</c:v>
                </c:pt>
                <c:pt idx="489">
                  <c:v>-0.027153</c:v>
                </c:pt>
                <c:pt idx="490">
                  <c:v>0.083414</c:v>
                </c:pt>
                <c:pt idx="491">
                  <c:v>0.041876</c:v>
                </c:pt>
                <c:pt idx="492">
                  <c:v>-0.037633</c:v>
                </c:pt>
                <c:pt idx="493">
                  <c:v>0.069867</c:v>
                </c:pt>
                <c:pt idx="494">
                  <c:v>0.011494</c:v>
                </c:pt>
                <c:pt idx="495">
                  <c:v>0.029064</c:v>
                </c:pt>
                <c:pt idx="496">
                  <c:v>0.02094</c:v>
                </c:pt>
                <c:pt idx="497">
                  <c:v>0.027482</c:v>
                </c:pt>
                <c:pt idx="498">
                  <c:v>-0.008037</c:v>
                </c:pt>
                <c:pt idx="499">
                  <c:v>0.011746</c:v>
                </c:pt>
                <c:pt idx="500">
                  <c:v>0.030886</c:v>
                </c:pt>
                <c:pt idx="501">
                  <c:v>-0.021758</c:v>
                </c:pt>
                <c:pt idx="502">
                  <c:v>0.038176</c:v>
                </c:pt>
                <c:pt idx="503">
                  <c:v>-0.018782</c:v>
                </c:pt>
                <c:pt idx="504">
                  <c:v>0.04929</c:v>
                </c:pt>
                <c:pt idx="505">
                  <c:v>0.009657</c:v>
                </c:pt>
                <c:pt idx="506">
                  <c:v>0.060037</c:v>
                </c:pt>
                <c:pt idx="507">
                  <c:v>-0.004713</c:v>
                </c:pt>
                <c:pt idx="508">
                  <c:v>0.056974</c:v>
                </c:pt>
                <c:pt idx="509">
                  <c:v>0.003091</c:v>
                </c:pt>
                <c:pt idx="510">
                  <c:v>-0.011341</c:v>
                </c:pt>
                <c:pt idx="511">
                  <c:v>0.079635</c:v>
                </c:pt>
                <c:pt idx="512">
                  <c:v>0.05738</c:v>
                </c:pt>
                <c:pt idx="513">
                  <c:v>0.014408</c:v>
                </c:pt>
                <c:pt idx="514">
                  <c:v>0.015626</c:v>
                </c:pt>
                <c:pt idx="515">
                  <c:v>0.09301</c:v>
                </c:pt>
                <c:pt idx="516">
                  <c:v>0.017015</c:v>
                </c:pt>
                <c:pt idx="517">
                  <c:v>0.020815</c:v>
                </c:pt>
                <c:pt idx="518">
                  <c:v>0.070399</c:v>
                </c:pt>
                <c:pt idx="519">
                  <c:v>0.023947</c:v>
                </c:pt>
                <c:pt idx="520">
                  <c:v>0.011067</c:v>
                </c:pt>
                <c:pt idx="521">
                  <c:v>-0.004869</c:v>
                </c:pt>
                <c:pt idx="522">
                  <c:v>0.082891</c:v>
                </c:pt>
                <c:pt idx="523">
                  <c:v>-0.020055</c:v>
                </c:pt>
                <c:pt idx="524">
                  <c:v>0.036216</c:v>
                </c:pt>
                <c:pt idx="525">
                  <c:v>0.021988</c:v>
                </c:pt>
                <c:pt idx="526">
                  <c:v>0.023827</c:v>
                </c:pt>
                <c:pt idx="527">
                  <c:v>0.010469</c:v>
                </c:pt>
                <c:pt idx="528">
                  <c:v>-0.01054</c:v>
                </c:pt>
                <c:pt idx="529">
                  <c:v>0.027069</c:v>
                </c:pt>
                <c:pt idx="530">
                  <c:v>0.057102</c:v>
                </c:pt>
                <c:pt idx="531">
                  <c:v>0.021538</c:v>
                </c:pt>
                <c:pt idx="532">
                  <c:v>-0.058422</c:v>
                </c:pt>
                <c:pt idx="533">
                  <c:v>0.021138</c:v>
                </c:pt>
                <c:pt idx="534">
                  <c:v>-0.033666</c:v>
                </c:pt>
                <c:pt idx="535">
                  <c:v>0.002345</c:v>
                </c:pt>
                <c:pt idx="536">
                  <c:v>-0.056952</c:v>
                </c:pt>
                <c:pt idx="537">
                  <c:v>-0.066125</c:v>
                </c:pt>
                <c:pt idx="538">
                  <c:v>-0.11431</c:v>
                </c:pt>
                <c:pt idx="539">
                  <c:v>-0.083487</c:v>
                </c:pt>
                <c:pt idx="540">
                  <c:v>-0.114595</c:v>
                </c:pt>
                <c:pt idx="541">
                  <c:v>-0.059084</c:v>
                </c:pt>
                <c:pt idx="542">
                  <c:v>-0.04772</c:v>
                </c:pt>
                <c:pt idx="543">
                  <c:v>-0.022338</c:v>
                </c:pt>
                <c:pt idx="544">
                  <c:v>0.103439</c:v>
                </c:pt>
                <c:pt idx="545">
                  <c:v>-0.031833</c:v>
                </c:pt>
                <c:pt idx="546">
                  <c:v>0.012289</c:v>
                </c:pt>
                <c:pt idx="547">
                  <c:v>0.066479</c:v>
                </c:pt>
                <c:pt idx="548">
                  <c:v>-0.018287</c:v>
                </c:pt>
                <c:pt idx="549">
                  <c:v>0.084706</c:v>
                </c:pt>
                <c:pt idx="550">
                  <c:v>0.007725</c:v>
                </c:pt>
                <c:pt idx="551">
                  <c:v>-0.013079</c:v>
                </c:pt>
                <c:pt idx="552">
                  <c:v>-0.004999</c:v>
                </c:pt>
                <c:pt idx="553">
                  <c:v>-0.018222</c:v>
                </c:pt>
                <c:pt idx="554">
                  <c:v>-0.017107</c:v>
                </c:pt>
                <c:pt idx="555">
                  <c:v>0.037584</c:v>
                </c:pt>
                <c:pt idx="556">
                  <c:v>-0.003765</c:v>
                </c:pt>
                <c:pt idx="557">
                  <c:v>0.005493</c:v>
                </c:pt>
                <c:pt idx="558">
                  <c:v>0.001843</c:v>
                </c:pt>
                <c:pt idx="559">
                  <c:v>0.006344</c:v>
                </c:pt>
                <c:pt idx="560">
                  <c:v>0.051134</c:v>
                </c:pt>
                <c:pt idx="561">
                  <c:v>0.061766</c:v>
                </c:pt>
                <c:pt idx="562">
                  <c:v>0.019043</c:v>
                </c:pt>
                <c:pt idx="563">
                  <c:v>0.02674</c:v>
                </c:pt>
                <c:pt idx="564">
                  <c:v>-0.014846</c:v>
                </c:pt>
                <c:pt idx="565">
                  <c:v>0.019018</c:v>
                </c:pt>
                <c:pt idx="566">
                  <c:v>-0.021294</c:v>
                </c:pt>
                <c:pt idx="567">
                  <c:v>-0.022261</c:v>
                </c:pt>
                <c:pt idx="568">
                  <c:v>-0.004575</c:v>
                </c:pt>
                <c:pt idx="569">
                  <c:v>-0.003052</c:v>
                </c:pt>
                <c:pt idx="570">
                  <c:v>0.031063</c:v>
                </c:pt>
                <c:pt idx="571">
                  <c:v>0.041986</c:v>
                </c:pt>
                <c:pt idx="572">
                  <c:v>0.021623</c:v>
                </c:pt>
                <c:pt idx="573">
                  <c:v>0.050745</c:v>
                </c:pt>
                <c:pt idx="574">
                  <c:v>0.000739</c:v>
                </c:pt>
                <c:pt idx="575">
                  <c:v>-0.027245</c:v>
                </c:pt>
                <c:pt idx="576">
                  <c:v>0.051828</c:v>
                </c:pt>
                <c:pt idx="577">
                  <c:v>-0.002388</c:v>
                </c:pt>
                <c:pt idx="578">
                  <c:v>0.056381</c:v>
                </c:pt>
                <c:pt idx="579">
                  <c:v>0.002008</c:v>
                </c:pt>
                <c:pt idx="580">
                  <c:v>0.072778</c:v>
                </c:pt>
                <c:pt idx="581">
                  <c:v>0.012665</c:v>
                </c:pt>
                <c:pt idx="582">
                  <c:v>0.064904</c:v>
                </c:pt>
                <c:pt idx="583">
                  <c:v>-0.003244</c:v>
                </c:pt>
                <c:pt idx="584">
                  <c:v>0.076464</c:v>
                </c:pt>
                <c:pt idx="585">
                  <c:v>0.044885</c:v>
                </c:pt>
                <c:pt idx="586">
                  <c:v>-0.007571</c:v>
                </c:pt>
                <c:pt idx="587">
                  <c:v>-0.008648</c:v>
                </c:pt>
                <c:pt idx="588">
                  <c:v>-0.0215</c:v>
                </c:pt>
                <c:pt idx="589">
                  <c:v>0.027998</c:v>
                </c:pt>
                <c:pt idx="590">
                  <c:v>-0.004255</c:v>
                </c:pt>
                <c:pt idx="591">
                  <c:v>0.001805</c:v>
                </c:pt>
                <c:pt idx="592">
                  <c:v>0.095646</c:v>
                </c:pt>
                <c:pt idx="593">
                  <c:v>-0.036472</c:v>
                </c:pt>
                <c:pt idx="594">
                  <c:v>-0.005834</c:v>
                </c:pt>
                <c:pt idx="595">
                  <c:v>0.05987</c:v>
                </c:pt>
                <c:pt idx="596">
                  <c:v>-0.029276</c:v>
                </c:pt>
                <c:pt idx="597">
                  <c:v>-0.047905</c:v>
                </c:pt>
                <c:pt idx="598">
                  <c:v>-0.041424</c:v>
                </c:pt>
                <c:pt idx="599">
                  <c:v>0.088772</c:v>
                </c:pt>
                <c:pt idx="600">
                  <c:v>0.104156</c:v>
                </c:pt>
                <c:pt idx="601">
                  <c:v>0.076744</c:v>
                </c:pt>
                <c:pt idx="602">
                  <c:v>0.031565</c:v>
                </c:pt>
                <c:pt idx="603">
                  <c:v>0.06253</c:v>
                </c:pt>
                <c:pt idx="604">
                  <c:v>0.065927</c:v>
                </c:pt>
                <c:pt idx="605">
                  <c:v>0.081579</c:v>
                </c:pt>
                <c:pt idx="606">
                  <c:v>0.041227</c:v>
                </c:pt>
                <c:pt idx="607">
                  <c:v>0.004371</c:v>
                </c:pt>
                <c:pt idx="608">
                  <c:v>0.046762</c:v>
                </c:pt>
                <c:pt idx="609">
                  <c:v>0.009507</c:v>
                </c:pt>
                <c:pt idx="610">
                  <c:v>0.090524</c:v>
                </c:pt>
                <c:pt idx="611">
                  <c:v>0.02532</c:v>
                </c:pt>
                <c:pt idx="612">
                  <c:v>0.040756</c:v>
                </c:pt>
                <c:pt idx="613">
                  <c:v>0.061074</c:v>
                </c:pt>
                <c:pt idx="614">
                  <c:v>0.001793</c:v>
                </c:pt>
                <c:pt idx="615">
                  <c:v>0.008863</c:v>
                </c:pt>
                <c:pt idx="616">
                  <c:v>-0.020986</c:v>
                </c:pt>
                <c:pt idx="617">
                  <c:v>0.030722</c:v>
                </c:pt>
                <c:pt idx="618">
                  <c:v>0.049178</c:v>
                </c:pt>
                <c:pt idx="619">
                  <c:v>0.046797</c:v>
                </c:pt>
                <c:pt idx="620">
                  <c:v>0.020616</c:v>
                </c:pt>
                <c:pt idx="621">
                  <c:v>0.10554</c:v>
                </c:pt>
                <c:pt idx="622">
                  <c:v>0.053898</c:v>
                </c:pt>
                <c:pt idx="623">
                  <c:v>0.047261</c:v>
                </c:pt>
                <c:pt idx="624">
                  <c:v>0.029717</c:v>
                </c:pt>
                <c:pt idx="625">
                  <c:v>-0.023299</c:v>
                </c:pt>
                <c:pt idx="626">
                  <c:v>0.054578</c:v>
                </c:pt>
                <c:pt idx="627">
                  <c:v>0.014382</c:v>
                </c:pt>
                <c:pt idx="628">
                  <c:v>0.075831</c:v>
                </c:pt>
                <c:pt idx="629">
                  <c:v>0.030311</c:v>
                </c:pt>
                <c:pt idx="630">
                  <c:v>-0.002827</c:v>
                </c:pt>
                <c:pt idx="631">
                  <c:v>0.062017</c:v>
                </c:pt>
                <c:pt idx="632">
                  <c:v>0.044702</c:v>
                </c:pt>
                <c:pt idx="633">
                  <c:v>-0.003261</c:v>
                </c:pt>
                <c:pt idx="634">
                  <c:v>0.031882</c:v>
                </c:pt>
                <c:pt idx="635">
                  <c:v>-0.001893</c:v>
                </c:pt>
                <c:pt idx="636">
                  <c:v>-0.022564</c:v>
                </c:pt>
                <c:pt idx="637">
                  <c:v>0.08148</c:v>
                </c:pt>
                <c:pt idx="638">
                  <c:v>0.054053</c:v>
                </c:pt>
                <c:pt idx="639">
                  <c:v>0.024944</c:v>
                </c:pt>
                <c:pt idx="640">
                  <c:v>0.044664</c:v>
                </c:pt>
                <c:pt idx="641">
                  <c:v>0.01019</c:v>
                </c:pt>
                <c:pt idx="642">
                  <c:v>-0.017197</c:v>
                </c:pt>
                <c:pt idx="643">
                  <c:v>0.052296</c:v>
                </c:pt>
                <c:pt idx="644">
                  <c:v>0.010129</c:v>
                </c:pt>
                <c:pt idx="645">
                  <c:v>-0.01702</c:v>
                </c:pt>
                <c:pt idx="646">
                  <c:v>-0.045509</c:v>
                </c:pt>
                <c:pt idx="647">
                  <c:v>-0.037803</c:v>
                </c:pt>
                <c:pt idx="648">
                  <c:v>0.097748</c:v>
                </c:pt>
                <c:pt idx="649">
                  <c:v>-0.110903</c:v>
                </c:pt>
                <c:pt idx="650">
                  <c:v>-0.01062</c:v>
                </c:pt>
                <c:pt idx="651">
                  <c:v>-0.022904</c:v>
                </c:pt>
                <c:pt idx="652">
                  <c:v>0.110757</c:v>
                </c:pt>
                <c:pt idx="653">
                  <c:v>0.134011</c:v>
                </c:pt>
                <c:pt idx="654">
                  <c:v>0.122947</c:v>
                </c:pt>
                <c:pt idx="655">
                  <c:v>0.137076</c:v>
                </c:pt>
                <c:pt idx="656">
                  <c:v>0.141727</c:v>
                </c:pt>
                <c:pt idx="657">
                  <c:v>0.119278</c:v>
                </c:pt>
                <c:pt idx="658">
                  <c:v>0.125104</c:v>
                </c:pt>
                <c:pt idx="659">
                  <c:v>0.12088</c:v>
                </c:pt>
                <c:pt idx="660">
                  <c:v>0.092436</c:v>
                </c:pt>
                <c:pt idx="661">
                  <c:v>0.086542</c:v>
                </c:pt>
                <c:pt idx="662">
                  <c:v>0.065963</c:v>
                </c:pt>
                <c:pt idx="663">
                  <c:v>0.121703</c:v>
                </c:pt>
                <c:pt idx="664">
                  <c:v>0.11506</c:v>
                </c:pt>
                <c:pt idx="665">
                  <c:v>0.118864</c:v>
                </c:pt>
                <c:pt idx="666">
                  <c:v>0.084024</c:v>
                </c:pt>
                <c:pt idx="667">
                  <c:v>0.12268</c:v>
                </c:pt>
                <c:pt idx="668">
                  <c:v>0.128982</c:v>
                </c:pt>
                <c:pt idx="669">
                  <c:v>0.112934</c:v>
                </c:pt>
                <c:pt idx="670">
                  <c:v>0.099534</c:v>
                </c:pt>
                <c:pt idx="671">
                  <c:v>0.107865</c:v>
                </c:pt>
                <c:pt idx="672">
                  <c:v>0.092243</c:v>
                </c:pt>
                <c:pt idx="673">
                  <c:v>0.106911</c:v>
                </c:pt>
                <c:pt idx="674">
                  <c:v>0.139219</c:v>
                </c:pt>
                <c:pt idx="675">
                  <c:v>0.112134</c:v>
                </c:pt>
                <c:pt idx="676">
                  <c:v>0.088828</c:v>
                </c:pt>
                <c:pt idx="677">
                  <c:v>0.129464</c:v>
                </c:pt>
                <c:pt idx="678">
                  <c:v>0.129957</c:v>
                </c:pt>
                <c:pt idx="679">
                  <c:v>0.123748</c:v>
                </c:pt>
                <c:pt idx="680">
                  <c:v>0.128492</c:v>
                </c:pt>
                <c:pt idx="681">
                  <c:v>0.121107</c:v>
                </c:pt>
                <c:pt idx="682">
                  <c:v>0.117918</c:v>
                </c:pt>
                <c:pt idx="683">
                  <c:v>0.111441</c:v>
                </c:pt>
                <c:pt idx="684">
                  <c:v>0.119035</c:v>
                </c:pt>
                <c:pt idx="685">
                  <c:v>0.139101</c:v>
                </c:pt>
                <c:pt idx="686">
                  <c:v>0.11697</c:v>
                </c:pt>
                <c:pt idx="687">
                  <c:v>0.126513</c:v>
                </c:pt>
                <c:pt idx="688">
                  <c:v>0.124127</c:v>
                </c:pt>
                <c:pt idx="689">
                  <c:v>0.119963</c:v>
                </c:pt>
                <c:pt idx="690">
                  <c:v>0.109078</c:v>
                </c:pt>
                <c:pt idx="691">
                  <c:v>0.085412</c:v>
                </c:pt>
                <c:pt idx="692">
                  <c:v>0.108454</c:v>
                </c:pt>
                <c:pt idx="693">
                  <c:v>0.108731</c:v>
                </c:pt>
                <c:pt idx="694">
                  <c:v>0.104574</c:v>
                </c:pt>
                <c:pt idx="695">
                  <c:v>0.111462</c:v>
                </c:pt>
                <c:pt idx="696">
                  <c:v>0.101038</c:v>
                </c:pt>
                <c:pt idx="697">
                  <c:v>0.116676</c:v>
                </c:pt>
                <c:pt idx="698">
                  <c:v>0.122709</c:v>
                </c:pt>
                <c:pt idx="699">
                  <c:v>0.088874</c:v>
                </c:pt>
                <c:pt idx="700">
                  <c:v>0.115277</c:v>
                </c:pt>
                <c:pt idx="701">
                  <c:v>0.11298</c:v>
                </c:pt>
                <c:pt idx="702">
                  <c:v>0.109001</c:v>
                </c:pt>
                <c:pt idx="703">
                  <c:v>0.102799</c:v>
                </c:pt>
                <c:pt idx="704">
                  <c:v>0.12935</c:v>
                </c:pt>
                <c:pt idx="705">
                  <c:v>0.124593</c:v>
                </c:pt>
                <c:pt idx="706">
                  <c:v>0.125227</c:v>
                </c:pt>
                <c:pt idx="707">
                  <c:v>0.131741</c:v>
                </c:pt>
                <c:pt idx="708">
                  <c:v>0.10216</c:v>
                </c:pt>
                <c:pt idx="709">
                  <c:v>0.109586</c:v>
                </c:pt>
                <c:pt idx="710">
                  <c:v>0.102528</c:v>
                </c:pt>
                <c:pt idx="711">
                  <c:v>0.119463</c:v>
                </c:pt>
                <c:pt idx="712">
                  <c:v>0.121265</c:v>
                </c:pt>
                <c:pt idx="713">
                  <c:v>0.118339</c:v>
                </c:pt>
                <c:pt idx="714">
                  <c:v>0.1368</c:v>
                </c:pt>
                <c:pt idx="715">
                  <c:v>0.126821</c:v>
                </c:pt>
                <c:pt idx="716">
                  <c:v>0.125461</c:v>
                </c:pt>
                <c:pt idx="717">
                  <c:v>0.13101</c:v>
                </c:pt>
                <c:pt idx="718">
                  <c:v>0.124509</c:v>
                </c:pt>
                <c:pt idx="719">
                  <c:v>0.130181</c:v>
                </c:pt>
                <c:pt idx="720">
                  <c:v>0.127277</c:v>
                </c:pt>
                <c:pt idx="721">
                  <c:v>0.11552</c:v>
                </c:pt>
                <c:pt idx="722">
                  <c:v>0.088163</c:v>
                </c:pt>
                <c:pt idx="723">
                  <c:v>0.126979</c:v>
                </c:pt>
                <c:pt idx="724">
                  <c:v>0.126587</c:v>
                </c:pt>
                <c:pt idx="725">
                  <c:v>0.128875</c:v>
                </c:pt>
                <c:pt idx="726">
                  <c:v>0.111124</c:v>
                </c:pt>
                <c:pt idx="727">
                  <c:v>0.133914</c:v>
                </c:pt>
                <c:pt idx="728">
                  <c:v>0.11265</c:v>
                </c:pt>
                <c:pt idx="729">
                  <c:v>0.136074</c:v>
                </c:pt>
                <c:pt idx="730">
                  <c:v>0.116937</c:v>
                </c:pt>
                <c:pt idx="731">
                  <c:v>0.134287</c:v>
                </c:pt>
                <c:pt idx="732">
                  <c:v>0.124349</c:v>
                </c:pt>
                <c:pt idx="733">
                  <c:v>0.127325</c:v>
                </c:pt>
                <c:pt idx="734">
                  <c:v>0.105296</c:v>
                </c:pt>
                <c:pt idx="735">
                  <c:v>0.100644</c:v>
                </c:pt>
                <c:pt idx="736">
                  <c:v>0.102096</c:v>
                </c:pt>
                <c:pt idx="737">
                  <c:v>0.112646</c:v>
                </c:pt>
                <c:pt idx="738">
                  <c:v>0.1221</c:v>
                </c:pt>
                <c:pt idx="739">
                  <c:v>0.121966</c:v>
                </c:pt>
                <c:pt idx="740">
                  <c:v>0.099903</c:v>
                </c:pt>
                <c:pt idx="741">
                  <c:v>0.123532</c:v>
                </c:pt>
                <c:pt idx="742">
                  <c:v>0.13161</c:v>
                </c:pt>
                <c:pt idx="743">
                  <c:v>0.102289</c:v>
                </c:pt>
                <c:pt idx="744">
                  <c:v>0.092803</c:v>
                </c:pt>
                <c:pt idx="745">
                  <c:v>0.088713</c:v>
                </c:pt>
                <c:pt idx="746">
                  <c:v>0.107273</c:v>
                </c:pt>
                <c:pt idx="747">
                  <c:v>0.057122</c:v>
                </c:pt>
                <c:pt idx="748">
                  <c:v>0.12232</c:v>
                </c:pt>
                <c:pt idx="749">
                  <c:v>0.003919</c:v>
                </c:pt>
                <c:pt idx="750">
                  <c:v>0.074328</c:v>
                </c:pt>
                <c:pt idx="751">
                  <c:v>0.047385</c:v>
                </c:pt>
                <c:pt idx="752">
                  <c:v>0.081419</c:v>
                </c:pt>
                <c:pt idx="753">
                  <c:v>0.031298</c:v>
                </c:pt>
                <c:pt idx="754">
                  <c:v>0.123432</c:v>
                </c:pt>
                <c:pt idx="755">
                  <c:v>0.042005</c:v>
                </c:pt>
                <c:pt idx="756">
                  <c:v>0.109931</c:v>
                </c:pt>
                <c:pt idx="757">
                  <c:v>0.101477</c:v>
                </c:pt>
                <c:pt idx="758">
                  <c:v>0.157885</c:v>
                </c:pt>
                <c:pt idx="759">
                  <c:v>0.115916</c:v>
                </c:pt>
                <c:pt idx="760">
                  <c:v>0.043286</c:v>
                </c:pt>
                <c:pt idx="761">
                  <c:v>0.001936</c:v>
                </c:pt>
                <c:pt idx="762">
                  <c:v>0.010349</c:v>
                </c:pt>
                <c:pt idx="763">
                  <c:v>0.038801</c:v>
                </c:pt>
                <c:pt idx="764">
                  <c:v>0.065466</c:v>
                </c:pt>
                <c:pt idx="765">
                  <c:v>0.082516</c:v>
                </c:pt>
                <c:pt idx="766">
                  <c:v>0.025931</c:v>
                </c:pt>
                <c:pt idx="767">
                  <c:v>0.073485</c:v>
                </c:pt>
                <c:pt idx="768">
                  <c:v>0.079249</c:v>
                </c:pt>
                <c:pt idx="769">
                  <c:v>0.125403</c:v>
                </c:pt>
                <c:pt idx="770">
                  <c:v>0.043067</c:v>
                </c:pt>
                <c:pt idx="771">
                  <c:v>-0.002938</c:v>
                </c:pt>
                <c:pt idx="772">
                  <c:v>0.05758</c:v>
                </c:pt>
                <c:pt idx="773">
                  <c:v>0.017123</c:v>
                </c:pt>
                <c:pt idx="774">
                  <c:v>0.003193</c:v>
                </c:pt>
                <c:pt idx="775">
                  <c:v>0.092424</c:v>
                </c:pt>
                <c:pt idx="776">
                  <c:v>0.110816</c:v>
                </c:pt>
                <c:pt idx="777">
                  <c:v>0.068338</c:v>
                </c:pt>
                <c:pt idx="778">
                  <c:v>-0.009905</c:v>
                </c:pt>
                <c:pt idx="779">
                  <c:v>0.074242</c:v>
                </c:pt>
                <c:pt idx="780">
                  <c:v>0.025943</c:v>
                </c:pt>
                <c:pt idx="781">
                  <c:v>0.003085</c:v>
                </c:pt>
                <c:pt idx="782">
                  <c:v>-0.005231</c:v>
                </c:pt>
                <c:pt idx="783">
                  <c:v>0.002228</c:v>
                </c:pt>
                <c:pt idx="784">
                  <c:v>0.072616</c:v>
                </c:pt>
                <c:pt idx="785">
                  <c:v>-0.007438</c:v>
                </c:pt>
                <c:pt idx="786">
                  <c:v>-0.009665</c:v>
                </c:pt>
                <c:pt idx="787">
                  <c:v>0.038678</c:v>
                </c:pt>
                <c:pt idx="788">
                  <c:v>0.017372</c:v>
                </c:pt>
                <c:pt idx="789">
                  <c:v>0.078313</c:v>
                </c:pt>
              </c:numCache>
            </c:numRef>
          </c:xVal>
          <c:yVal>
            <c:numRef>
              <c:f>'Chart Data'!$D$2:$D$791</c:f>
              <c:numCache>
                <c:formatCode>0.0</c:formatCode>
                <c:ptCount val="790"/>
                <c:pt idx="0">
                  <c:v>0.203302</c:v>
                </c:pt>
                <c:pt idx="1">
                  <c:v>0.234063</c:v>
                </c:pt>
                <c:pt idx="2">
                  <c:v>0.202188</c:v>
                </c:pt>
                <c:pt idx="3">
                  <c:v>0.24503</c:v>
                </c:pt>
                <c:pt idx="4">
                  <c:v>0.173606</c:v>
                </c:pt>
                <c:pt idx="5">
                  <c:v>0.193706</c:v>
                </c:pt>
                <c:pt idx="6">
                  <c:v>0.139936</c:v>
                </c:pt>
                <c:pt idx="7">
                  <c:v>0.153627</c:v>
                </c:pt>
                <c:pt idx="8">
                  <c:v>0.142323</c:v>
                </c:pt>
                <c:pt idx="9">
                  <c:v>0.166326</c:v>
                </c:pt>
                <c:pt idx="10">
                  <c:v>0.182775</c:v>
                </c:pt>
                <c:pt idx="11">
                  <c:v>0.110241</c:v>
                </c:pt>
                <c:pt idx="12">
                  <c:v>0.130055</c:v>
                </c:pt>
                <c:pt idx="13">
                  <c:v>0.10179</c:v>
                </c:pt>
                <c:pt idx="14">
                  <c:v>0.115491</c:v>
                </c:pt>
                <c:pt idx="15">
                  <c:v>0.116552</c:v>
                </c:pt>
                <c:pt idx="16">
                  <c:v>0.105844</c:v>
                </c:pt>
                <c:pt idx="17">
                  <c:v>0.102603</c:v>
                </c:pt>
                <c:pt idx="18">
                  <c:v>0.131717</c:v>
                </c:pt>
                <c:pt idx="19">
                  <c:v>0.147551</c:v>
                </c:pt>
                <c:pt idx="20">
                  <c:v>0.11061</c:v>
                </c:pt>
                <c:pt idx="21">
                  <c:v>0.105711</c:v>
                </c:pt>
                <c:pt idx="22">
                  <c:v>0.088739</c:v>
                </c:pt>
                <c:pt idx="23">
                  <c:v>0.127482</c:v>
                </c:pt>
                <c:pt idx="24">
                  <c:v>0.111649</c:v>
                </c:pt>
                <c:pt idx="25">
                  <c:v>0.114784</c:v>
                </c:pt>
                <c:pt idx="26">
                  <c:v>0.121612</c:v>
                </c:pt>
                <c:pt idx="27">
                  <c:v>0.131561</c:v>
                </c:pt>
                <c:pt idx="28">
                  <c:v>0.120347</c:v>
                </c:pt>
                <c:pt idx="29">
                  <c:v>0.138695</c:v>
                </c:pt>
                <c:pt idx="30">
                  <c:v>0.148601</c:v>
                </c:pt>
                <c:pt idx="31">
                  <c:v>0.146959</c:v>
                </c:pt>
                <c:pt idx="32">
                  <c:v>0.111821</c:v>
                </c:pt>
                <c:pt idx="33">
                  <c:v>0.157566</c:v>
                </c:pt>
                <c:pt idx="34">
                  <c:v>0.124931</c:v>
                </c:pt>
                <c:pt idx="35">
                  <c:v>0.159513</c:v>
                </c:pt>
                <c:pt idx="36">
                  <c:v>0.139305</c:v>
                </c:pt>
                <c:pt idx="37">
                  <c:v>0.119785</c:v>
                </c:pt>
                <c:pt idx="38">
                  <c:v>0.116202</c:v>
                </c:pt>
                <c:pt idx="39">
                  <c:v>0.167542</c:v>
                </c:pt>
                <c:pt idx="40">
                  <c:v>0.160339</c:v>
                </c:pt>
                <c:pt idx="41">
                  <c:v>0.127744</c:v>
                </c:pt>
                <c:pt idx="42">
                  <c:v>0.09784</c:v>
                </c:pt>
                <c:pt idx="43">
                  <c:v>0.107055</c:v>
                </c:pt>
                <c:pt idx="44">
                  <c:v>0.122902</c:v>
                </c:pt>
                <c:pt idx="45">
                  <c:v>0.124787</c:v>
                </c:pt>
                <c:pt idx="46">
                  <c:v>0.14453</c:v>
                </c:pt>
                <c:pt idx="47">
                  <c:v>0.114022</c:v>
                </c:pt>
                <c:pt idx="48">
                  <c:v>0.130228</c:v>
                </c:pt>
                <c:pt idx="49">
                  <c:v>0.103399</c:v>
                </c:pt>
                <c:pt idx="50">
                  <c:v>0.106989</c:v>
                </c:pt>
                <c:pt idx="51">
                  <c:v>0.099476</c:v>
                </c:pt>
                <c:pt idx="52">
                  <c:v>0.132812</c:v>
                </c:pt>
                <c:pt idx="53">
                  <c:v>0.114942</c:v>
                </c:pt>
                <c:pt idx="54">
                  <c:v>0.134108</c:v>
                </c:pt>
                <c:pt idx="55">
                  <c:v>0.076817</c:v>
                </c:pt>
                <c:pt idx="56">
                  <c:v>0.112015</c:v>
                </c:pt>
                <c:pt idx="57">
                  <c:v>0.107353</c:v>
                </c:pt>
                <c:pt idx="58">
                  <c:v>0.207997</c:v>
                </c:pt>
                <c:pt idx="59">
                  <c:v>0.296396</c:v>
                </c:pt>
                <c:pt idx="60">
                  <c:v>0.191957</c:v>
                </c:pt>
                <c:pt idx="61">
                  <c:v>0.274828</c:v>
                </c:pt>
                <c:pt idx="62">
                  <c:v>0.20849</c:v>
                </c:pt>
                <c:pt idx="63">
                  <c:v>0.232126</c:v>
                </c:pt>
                <c:pt idx="64">
                  <c:v>0.243695</c:v>
                </c:pt>
                <c:pt idx="65">
                  <c:v>0.215686</c:v>
                </c:pt>
                <c:pt idx="66">
                  <c:v>0.144033</c:v>
                </c:pt>
                <c:pt idx="67">
                  <c:v>0.171443</c:v>
                </c:pt>
                <c:pt idx="68">
                  <c:v>0.18771</c:v>
                </c:pt>
                <c:pt idx="69">
                  <c:v>0.20315</c:v>
                </c:pt>
                <c:pt idx="70">
                  <c:v>0.11087</c:v>
                </c:pt>
                <c:pt idx="71">
                  <c:v>0.142715</c:v>
                </c:pt>
                <c:pt idx="72">
                  <c:v>0.193231</c:v>
                </c:pt>
                <c:pt idx="73">
                  <c:v>0.130841</c:v>
                </c:pt>
                <c:pt idx="74">
                  <c:v>0.115813</c:v>
                </c:pt>
                <c:pt idx="75">
                  <c:v>0.121247</c:v>
                </c:pt>
                <c:pt idx="76">
                  <c:v>0.128277</c:v>
                </c:pt>
                <c:pt idx="77">
                  <c:v>0.032629</c:v>
                </c:pt>
                <c:pt idx="78">
                  <c:v>0.139353</c:v>
                </c:pt>
                <c:pt idx="79">
                  <c:v>0.192234</c:v>
                </c:pt>
                <c:pt idx="80">
                  <c:v>0.144815</c:v>
                </c:pt>
                <c:pt idx="81">
                  <c:v>0.137717</c:v>
                </c:pt>
                <c:pt idx="82">
                  <c:v>0.148577</c:v>
                </c:pt>
                <c:pt idx="83">
                  <c:v>-0.047911</c:v>
                </c:pt>
                <c:pt idx="84">
                  <c:v>0.114973</c:v>
                </c:pt>
                <c:pt idx="85">
                  <c:v>-0.049928</c:v>
                </c:pt>
                <c:pt idx="86">
                  <c:v>-0.094115</c:v>
                </c:pt>
                <c:pt idx="87">
                  <c:v>0.008786</c:v>
                </c:pt>
                <c:pt idx="88">
                  <c:v>-0.098388</c:v>
                </c:pt>
                <c:pt idx="89">
                  <c:v>-0.036684</c:v>
                </c:pt>
                <c:pt idx="90">
                  <c:v>0.005165</c:v>
                </c:pt>
                <c:pt idx="91">
                  <c:v>-0.000239</c:v>
                </c:pt>
                <c:pt idx="92">
                  <c:v>-0.060996</c:v>
                </c:pt>
                <c:pt idx="93">
                  <c:v>0.02076</c:v>
                </c:pt>
                <c:pt idx="94">
                  <c:v>0.114245</c:v>
                </c:pt>
                <c:pt idx="95">
                  <c:v>-0.033869</c:v>
                </c:pt>
                <c:pt idx="96">
                  <c:v>0.106736</c:v>
                </c:pt>
                <c:pt idx="97">
                  <c:v>-0.005615</c:v>
                </c:pt>
                <c:pt idx="98">
                  <c:v>0.085976</c:v>
                </c:pt>
                <c:pt idx="99">
                  <c:v>-0.196573</c:v>
                </c:pt>
                <c:pt idx="100">
                  <c:v>0.009801</c:v>
                </c:pt>
                <c:pt idx="101">
                  <c:v>0.115518</c:v>
                </c:pt>
                <c:pt idx="102">
                  <c:v>-0.115892</c:v>
                </c:pt>
                <c:pt idx="103">
                  <c:v>-0.202541</c:v>
                </c:pt>
                <c:pt idx="104">
                  <c:v>0.084435</c:v>
                </c:pt>
                <c:pt idx="105">
                  <c:v>-0.008481</c:v>
                </c:pt>
                <c:pt idx="106">
                  <c:v>-0.012577</c:v>
                </c:pt>
                <c:pt idx="107">
                  <c:v>-0.05333</c:v>
                </c:pt>
                <c:pt idx="108">
                  <c:v>0.012866</c:v>
                </c:pt>
                <c:pt idx="109">
                  <c:v>-0.082037</c:v>
                </c:pt>
                <c:pt idx="110">
                  <c:v>0.024097</c:v>
                </c:pt>
                <c:pt idx="111">
                  <c:v>-0.030664</c:v>
                </c:pt>
                <c:pt idx="112">
                  <c:v>0.218928</c:v>
                </c:pt>
                <c:pt idx="113">
                  <c:v>0.274442</c:v>
                </c:pt>
                <c:pt idx="114">
                  <c:v>0.310395</c:v>
                </c:pt>
                <c:pt idx="115">
                  <c:v>0.300242</c:v>
                </c:pt>
                <c:pt idx="116">
                  <c:v>0.251576</c:v>
                </c:pt>
                <c:pt idx="117">
                  <c:v>0.231099</c:v>
                </c:pt>
                <c:pt idx="118">
                  <c:v>0.26285</c:v>
                </c:pt>
                <c:pt idx="119">
                  <c:v>0.123229</c:v>
                </c:pt>
                <c:pt idx="120">
                  <c:v>0.106853</c:v>
                </c:pt>
                <c:pt idx="121">
                  <c:v>0.142483</c:v>
                </c:pt>
                <c:pt idx="122">
                  <c:v>0.131263</c:v>
                </c:pt>
                <c:pt idx="123">
                  <c:v>0.112865</c:v>
                </c:pt>
                <c:pt idx="124">
                  <c:v>0.104692</c:v>
                </c:pt>
                <c:pt idx="125">
                  <c:v>0.139929</c:v>
                </c:pt>
                <c:pt idx="126">
                  <c:v>0.154553</c:v>
                </c:pt>
                <c:pt idx="127">
                  <c:v>0.140821</c:v>
                </c:pt>
                <c:pt idx="128">
                  <c:v>0.119461</c:v>
                </c:pt>
                <c:pt idx="129">
                  <c:v>0.119909</c:v>
                </c:pt>
                <c:pt idx="130">
                  <c:v>0.207955</c:v>
                </c:pt>
                <c:pt idx="131">
                  <c:v>0.180697</c:v>
                </c:pt>
                <c:pt idx="132">
                  <c:v>0.132066</c:v>
                </c:pt>
                <c:pt idx="133">
                  <c:v>0.146338</c:v>
                </c:pt>
                <c:pt idx="134">
                  <c:v>0.143975</c:v>
                </c:pt>
                <c:pt idx="135">
                  <c:v>0.126931</c:v>
                </c:pt>
                <c:pt idx="136">
                  <c:v>0.169206</c:v>
                </c:pt>
                <c:pt idx="137">
                  <c:v>0.120977</c:v>
                </c:pt>
                <c:pt idx="138">
                  <c:v>0.102354</c:v>
                </c:pt>
                <c:pt idx="139">
                  <c:v>0.135161</c:v>
                </c:pt>
                <c:pt idx="140">
                  <c:v>0.202235</c:v>
                </c:pt>
                <c:pt idx="141">
                  <c:v>0.148002</c:v>
                </c:pt>
                <c:pt idx="142">
                  <c:v>0.146653</c:v>
                </c:pt>
                <c:pt idx="143">
                  <c:v>0.166414</c:v>
                </c:pt>
                <c:pt idx="144">
                  <c:v>0.162976</c:v>
                </c:pt>
                <c:pt idx="145">
                  <c:v>0.153199</c:v>
                </c:pt>
                <c:pt idx="146">
                  <c:v>0.165071</c:v>
                </c:pt>
                <c:pt idx="147">
                  <c:v>0.156361</c:v>
                </c:pt>
                <c:pt idx="148">
                  <c:v>0.07169</c:v>
                </c:pt>
                <c:pt idx="149">
                  <c:v>0.159121</c:v>
                </c:pt>
                <c:pt idx="150">
                  <c:v>0.105709</c:v>
                </c:pt>
                <c:pt idx="151">
                  <c:v>0.152566</c:v>
                </c:pt>
                <c:pt idx="152">
                  <c:v>0.116626</c:v>
                </c:pt>
                <c:pt idx="153">
                  <c:v>0.119931</c:v>
                </c:pt>
                <c:pt idx="154">
                  <c:v>0.109753</c:v>
                </c:pt>
                <c:pt idx="155">
                  <c:v>0.116935</c:v>
                </c:pt>
                <c:pt idx="156">
                  <c:v>0.102097</c:v>
                </c:pt>
                <c:pt idx="157">
                  <c:v>0.106399</c:v>
                </c:pt>
                <c:pt idx="158">
                  <c:v>0.115584</c:v>
                </c:pt>
                <c:pt idx="159">
                  <c:v>0.136939</c:v>
                </c:pt>
                <c:pt idx="160">
                  <c:v>0.11218</c:v>
                </c:pt>
                <c:pt idx="161">
                  <c:v>0.114862</c:v>
                </c:pt>
                <c:pt idx="162">
                  <c:v>0.145474</c:v>
                </c:pt>
                <c:pt idx="163">
                  <c:v>0.12961</c:v>
                </c:pt>
                <c:pt idx="164">
                  <c:v>0.130587</c:v>
                </c:pt>
                <c:pt idx="165">
                  <c:v>0.131746</c:v>
                </c:pt>
                <c:pt idx="166">
                  <c:v>0.121623</c:v>
                </c:pt>
                <c:pt idx="167">
                  <c:v>0.156398</c:v>
                </c:pt>
                <c:pt idx="168">
                  <c:v>0.131894</c:v>
                </c:pt>
                <c:pt idx="169">
                  <c:v>0.147253</c:v>
                </c:pt>
                <c:pt idx="170">
                  <c:v>0.168656</c:v>
                </c:pt>
                <c:pt idx="171">
                  <c:v>0.124543</c:v>
                </c:pt>
                <c:pt idx="172">
                  <c:v>0.124195</c:v>
                </c:pt>
                <c:pt idx="173">
                  <c:v>0.136363</c:v>
                </c:pt>
                <c:pt idx="174">
                  <c:v>0.115266</c:v>
                </c:pt>
                <c:pt idx="175">
                  <c:v>0.141587</c:v>
                </c:pt>
                <c:pt idx="176">
                  <c:v>0.167621</c:v>
                </c:pt>
                <c:pt idx="177">
                  <c:v>0.148399</c:v>
                </c:pt>
                <c:pt idx="178">
                  <c:v>0.166701</c:v>
                </c:pt>
                <c:pt idx="179">
                  <c:v>0.175533</c:v>
                </c:pt>
                <c:pt idx="180">
                  <c:v>0.124978</c:v>
                </c:pt>
                <c:pt idx="181">
                  <c:v>0.127687</c:v>
                </c:pt>
                <c:pt idx="182">
                  <c:v>0.111703</c:v>
                </c:pt>
                <c:pt idx="183">
                  <c:v>0.118892</c:v>
                </c:pt>
                <c:pt idx="184">
                  <c:v>0.153062</c:v>
                </c:pt>
                <c:pt idx="185">
                  <c:v>0.128359</c:v>
                </c:pt>
                <c:pt idx="186">
                  <c:v>0.101107</c:v>
                </c:pt>
                <c:pt idx="187">
                  <c:v>0.108742</c:v>
                </c:pt>
                <c:pt idx="188">
                  <c:v>0.125869</c:v>
                </c:pt>
                <c:pt idx="189">
                  <c:v>0.156517</c:v>
                </c:pt>
                <c:pt idx="190">
                  <c:v>0.142372</c:v>
                </c:pt>
                <c:pt idx="191">
                  <c:v>0.120192</c:v>
                </c:pt>
                <c:pt idx="192">
                  <c:v>0.108213</c:v>
                </c:pt>
                <c:pt idx="193">
                  <c:v>0.124458</c:v>
                </c:pt>
                <c:pt idx="194">
                  <c:v>0.121013</c:v>
                </c:pt>
                <c:pt idx="195">
                  <c:v>0.125092</c:v>
                </c:pt>
                <c:pt idx="196">
                  <c:v>0.096733</c:v>
                </c:pt>
                <c:pt idx="197">
                  <c:v>0.094457</c:v>
                </c:pt>
                <c:pt idx="198">
                  <c:v>0.000204</c:v>
                </c:pt>
                <c:pt idx="199">
                  <c:v>0.130209</c:v>
                </c:pt>
                <c:pt idx="200">
                  <c:v>0.13466</c:v>
                </c:pt>
                <c:pt idx="201">
                  <c:v>0.08044</c:v>
                </c:pt>
                <c:pt idx="202">
                  <c:v>0.093327</c:v>
                </c:pt>
                <c:pt idx="203">
                  <c:v>0.099984</c:v>
                </c:pt>
                <c:pt idx="204">
                  <c:v>0.133808</c:v>
                </c:pt>
                <c:pt idx="205">
                  <c:v>0.157678</c:v>
                </c:pt>
                <c:pt idx="206">
                  <c:v>0.140512</c:v>
                </c:pt>
                <c:pt idx="207">
                  <c:v>0.095488</c:v>
                </c:pt>
                <c:pt idx="208">
                  <c:v>0.06043</c:v>
                </c:pt>
                <c:pt idx="209">
                  <c:v>0.104434</c:v>
                </c:pt>
                <c:pt idx="210">
                  <c:v>0.052227</c:v>
                </c:pt>
                <c:pt idx="211">
                  <c:v>0.054692</c:v>
                </c:pt>
                <c:pt idx="212">
                  <c:v>0.004947</c:v>
                </c:pt>
                <c:pt idx="213">
                  <c:v>0.007388</c:v>
                </c:pt>
                <c:pt idx="214">
                  <c:v>0.06104</c:v>
                </c:pt>
                <c:pt idx="215">
                  <c:v>-0.056816</c:v>
                </c:pt>
                <c:pt idx="216">
                  <c:v>-0.008657</c:v>
                </c:pt>
                <c:pt idx="217">
                  <c:v>0.061296</c:v>
                </c:pt>
                <c:pt idx="218">
                  <c:v>-0.078844</c:v>
                </c:pt>
                <c:pt idx="219">
                  <c:v>-0.128429</c:v>
                </c:pt>
                <c:pt idx="220">
                  <c:v>-0.068519</c:v>
                </c:pt>
                <c:pt idx="221">
                  <c:v>0.104369</c:v>
                </c:pt>
                <c:pt idx="222">
                  <c:v>0.138877</c:v>
                </c:pt>
                <c:pt idx="223">
                  <c:v>0.13786</c:v>
                </c:pt>
                <c:pt idx="224">
                  <c:v>0.139902</c:v>
                </c:pt>
                <c:pt idx="225">
                  <c:v>0.136046</c:v>
                </c:pt>
                <c:pt idx="226">
                  <c:v>0.128784</c:v>
                </c:pt>
                <c:pt idx="227">
                  <c:v>0.144394</c:v>
                </c:pt>
                <c:pt idx="228">
                  <c:v>0.082003</c:v>
                </c:pt>
                <c:pt idx="229">
                  <c:v>0.119887</c:v>
                </c:pt>
                <c:pt idx="230">
                  <c:v>0.167714</c:v>
                </c:pt>
                <c:pt idx="231">
                  <c:v>0.155142</c:v>
                </c:pt>
                <c:pt idx="232">
                  <c:v>0.134867</c:v>
                </c:pt>
                <c:pt idx="233">
                  <c:v>0.125466</c:v>
                </c:pt>
                <c:pt idx="234">
                  <c:v>0.246033</c:v>
                </c:pt>
                <c:pt idx="235">
                  <c:v>0.06659</c:v>
                </c:pt>
                <c:pt idx="236">
                  <c:v>0.017404</c:v>
                </c:pt>
                <c:pt idx="237">
                  <c:v>-0.004139</c:v>
                </c:pt>
                <c:pt idx="238">
                  <c:v>0.101795</c:v>
                </c:pt>
                <c:pt idx="239">
                  <c:v>0.108981</c:v>
                </c:pt>
                <c:pt idx="240">
                  <c:v>0.14636</c:v>
                </c:pt>
                <c:pt idx="241">
                  <c:v>0.119833</c:v>
                </c:pt>
                <c:pt idx="242">
                  <c:v>0.111731</c:v>
                </c:pt>
                <c:pt idx="243">
                  <c:v>0.110629</c:v>
                </c:pt>
                <c:pt idx="244">
                  <c:v>0.117956</c:v>
                </c:pt>
                <c:pt idx="245">
                  <c:v>0.119258</c:v>
                </c:pt>
                <c:pt idx="246">
                  <c:v>0.097397</c:v>
                </c:pt>
                <c:pt idx="247">
                  <c:v>0.119913</c:v>
                </c:pt>
                <c:pt idx="248">
                  <c:v>0.12792</c:v>
                </c:pt>
                <c:pt idx="249">
                  <c:v>0.04914</c:v>
                </c:pt>
                <c:pt idx="250">
                  <c:v>0.077405</c:v>
                </c:pt>
                <c:pt idx="251">
                  <c:v>0.064127</c:v>
                </c:pt>
                <c:pt idx="252">
                  <c:v>0.075385</c:v>
                </c:pt>
                <c:pt idx="253">
                  <c:v>0.112746</c:v>
                </c:pt>
                <c:pt idx="254">
                  <c:v>0.101252</c:v>
                </c:pt>
                <c:pt idx="255">
                  <c:v>0.068485</c:v>
                </c:pt>
                <c:pt idx="256">
                  <c:v>0.070299</c:v>
                </c:pt>
                <c:pt idx="257">
                  <c:v>0.053549</c:v>
                </c:pt>
                <c:pt idx="258">
                  <c:v>0.129932</c:v>
                </c:pt>
                <c:pt idx="259">
                  <c:v>0.07664</c:v>
                </c:pt>
                <c:pt idx="260">
                  <c:v>0.082023</c:v>
                </c:pt>
                <c:pt idx="261">
                  <c:v>0.087455</c:v>
                </c:pt>
                <c:pt idx="262">
                  <c:v>0.051135</c:v>
                </c:pt>
                <c:pt idx="263">
                  <c:v>0.058177</c:v>
                </c:pt>
                <c:pt idx="264">
                  <c:v>0.060899</c:v>
                </c:pt>
                <c:pt idx="265">
                  <c:v>0.110462</c:v>
                </c:pt>
                <c:pt idx="266">
                  <c:v>0.165307</c:v>
                </c:pt>
                <c:pt idx="267">
                  <c:v>0.209013</c:v>
                </c:pt>
                <c:pt idx="268">
                  <c:v>0.199285</c:v>
                </c:pt>
                <c:pt idx="269">
                  <c:v>0.218172</c:v>
                </c:pt>
                <c:pt idx="270">
                  <c:v>0.189723</c:v>
                </c:pt>
                <c:pt idx="271">
                  <c:v>0.22328</c:v>
                </c:pt>
                <c:pt idx="272">
                  <c:v>0.197328</c:v>
                </c:pt>
                <c:pt idx="273">
                  <c:v>0.170382</c:v>
                </c:pt>
                <c:pt idx="274">
                  <c:v>0.190617</c:v>
                </c:pt>
                <c:pt idx="275">
                  <c:v>0.211624</c:v>
                </c:pt>
                <c:pt idx="276">
                  <c:v>0.186942</c:v>
                </c:pt>
                <c:pt idx="277">
                  <c:v>0.057378</c:v>
                </c:pt>
                <c:pt idx="278">
                  <c:v>0.079032</c:v>
                </c:pt>
                <c:pt idx="279">
                  <c:v>0.134757</c:v>
                </c:pt>
                <c:pt idx="280">
                  <c:v>0.05748</c:v>
                </c:pt>
                <c:pt idx="281">
                  <c:v>0.096781</c:v>
                </c:pt>
                <c:pt idx="282">
                  <c:v>-0.087789</c:v>
                </c:pt>
                <c:pt idx="283">
                  <c:v>-0.020671</c:v>
                </c:pt>
                <c:pt idx="284">
                  <c:v>0.094942</c:v>
                </c:pt>
                <c:pt idx="285">
                  <c:v>0.076417</c:v>
                </c:pt>
                <c:pt idx="286">
                  <c:v>0.025651</c:v>
                </c:pt>
                <c:pt idx="287">
                  <c:v>0.056095</c:v>
                </c:pt>
                <c:pt idx="288">
                  <c:v>0.069465</c:v>
                </c:pt>
                <c:pt idx="289">
                  <c:v>0.0584</c:v>
                </c:pt>
                <c:pt idx="290">
                  <c:v>0.098191</c:v>
                </c:pt>
                <c:pt idx="291">
                  <c:v>0.036791</c:v>
                </c:pt>
                <c:pt idx="292">
                  <c:v>0.063864</c:v>
                </c:pt>
                <c:pt idx="293">
                  <c:v>0.045516</c:v>
                </c:pt>
                <c:pt idx="294">
                  <c:v>0.113668</c:v>
                </c:pt>
                <c:pt idx="295">
                  <c:v>0.129579</c:v>
                </c:pt>
                <c:pt idx="296">
                  <c:v>0.067961</c:v>
                </c:pt>
                <c:pt idx="297">
                  <c:v>0.117688</c:v>
                </c:pt>
                <c:pt idx="298">
                  <c:v>0.131231</c:v>
                </c:pt>
                <c:pt idx="299">
                  <c:v>0.13987</c:v>
                </c:pt>
                <c:pt idx="300">
                  <c:v>0.121234</c:v>
                </c:pt>
                <c:pt idx="301">
                  <c:v>0.16089</c:v>
                </c:pt>
                <c:pt idx="302">
                  <c:v>0.174526</c:v>
                </c:pt>
                <c:pt idx="303">
                  <c:v>0.112751</c:v>
                </c:pt>
                <c:pt idx="304">
                  <c:v>0.079655</c:v>
                </c:pt>
                <c:pt idx="305">
                  <c:v>0.156341</c:v>
                </c:pt>
                <c:pt idx="306">
                  <c:v>0.160909</c:v>
                </c:pt>
                <c:pt idx="307">
                  <c:v>0.176896</c:v>
                </c:pt>
                <c:pt idx="308">
                  <c:v>0.130992</c:v>
                </c:pt>
                <c:pt idx="309">
                  <c:v>0.154772</c:v>
                </c:pt>
                <c:pt idx="310">
                  <c:v>0.147063</c:v>
                </c:pt>
                <c:pt idx="311">
                  <c:v>0.139364</c:v>
                </c:pt>
                <c:pt idx="312">
                  <c:v>0.178731</c:v>
                </c:pt>
                <c:pt idx="313">
                  <c:v>0.181296</c:v>
                </c:pt>
                <c:pt idx="314">
                  <c:v>0.157654</c:v>
                </c:pt>
                <c:pt idx="315">
                  <c:v>0.176069</c:v>
                </c:pt>
                <c:pt idx="316">
                  <c:v>0.189061</c:v>
                </c:pt>
                <c:pt idx="317">
                  <c:v>0.143621</c:v>
                </c:pt>
                <c:pt idx="318">
                  <c:v>0.137694</c:v>
                </c:pt>
                <c:pt idx="319">
                  <c:v>0.158125</c:v>
                </c:pt>
                <c:pt idx="320">
                  <c:v>0.189213</c:v>
                </c:pt>
                <c:pt idx="321">
                  <c:v>0.214444</c:v>
                </c:pt>
                <c:pt idx="322">
                  <c:v>0.21821</c:v>
                </c:pt>
                <c:pt idx="323">
                  <c:v>0.182901</c:v>
                </c:pt>
                <c:pt idx="324">
                  <c:v>0.125959</c:v>
                </c:pt>
                <c:pt idx="325">
                  <c:v>0.121958</c:v>
                </c:pt>
                <c:pt idx="326">
                  <c:v>0.152982</c:v>
                </c:pt>
                <c:pt idx="327">
                  <c:v>0.125576</c:v>
                </c:pt>
                <c:pt idx="328">
                  <c:v>0.106429</c:v>
                </c:pt>
                <c:pt idx="329">
                  <c:v>0.144009</c:v>
                </c:pt>
                <c:pt idx="330">
                  <c:v>0.170038</c:v>
                </c:pt>
                <c:pt idx="331">
                  <c:v>0.18417</c:v>
                </c:pt>
                <c:pt idx="332">
                  <c:v>0.171985</c:v>
                </c:pt>
                <c:pt idx="333">
                  <c:v>0.197936</c:v>
                </c:pt>
                <c:pt idx="334">
                  <c:v>0.094777</c:v>
                </c:pt>
                <c:pt idx="335">
                  <c:v>0.099995</c:v>
                </c:pt>
                <c:pt idx="336">
                  <c:v>0.103176</c:v>
                </c:pt>
                <c:pt idx="337">
                  <c:v>0.124372</c:v>
                </c:pt>
                <c:pt idx="338">
                  <c:v>0.112957</c:v>
                </c:pt>
                <c:pt idx="339">
                  <c:v>0.113846</c:v>
                </c:pt>
                <c:pt idx="340">
                  <c:v>0.123797</c:v>
                </c:pt>
                <c:pt idx="341">
                  <c:v>0.139277</c:v>
                </c:pt>
                <c:pt idx="342">
                  <c:v>0.114423</c:v>
                </c:pt>
                <c:pt idx="343">
                  <c:v>0.002903</c:v>
                </c:pt>
                <c:pt idx="344">
                  <c:v>0.140841</c:v>
                </c:pt>
                <c:pt idx="345">
                  <c:v>0.154306</c:v>
                </c:pt>
                <c:pt idx="346">
                  <c:v>0.142009</c:v>
                </c:pt>
                <c:pt idx="347">
                  <c:v>0.106656</c:v>
                </c:pt>
                <c:pt idx="348">
                  <c:v>0.149748</c:v>
                </c:pt>
                <c:pt idx="349">
                  <c:v>0.14845</c:v>
                </c:pt>
                <c:pt idx="350">
                  <c:v>0.126827</c:v>
                </c:pt>
                <c:pt idx="351">
                  <c:v>0.111098</c:v>
                </c:pt>
                <c:pt idx="352">
                  <c:v>0.070539</c:v>
                </c:pt>
                <c:pt idx="353">
                  <c:v>0.163782</c:v>
                </c:pt>
                <c:pt idx="354">
                  <c:v>0.12341</c:v>
                </c:pt>
                <c:pt idx="355">
                  <c:v>0.146186</c:v>
                </c:pt>
                <c:pt idx="356">
                  <c:v>0.108151</c:v>
                </c:pt>
                <c:pt idx="357">
                  <c:v>0.127975</c:v>
                </c:pt>
                <c:pt idx="358">
                  <c:v>0.104443</c:v>
                </c:pt>
                <c:pt idx="359">
                  <c:v>0.111252</c:v>
                </c:pt>
                <c:pt idx="360">
                  <c:v>0.126257</c:v>
                </c:pt>
                <c:pt idx="361">
                  <c:v>0.198478</c:v>
                </c:pt>
                <c:pt idx="362">
                  <c:v>0.123656</c:v>
                </c:pt>
                <c:pt idx="363">
                  <c:v>0.146773</c:v>
                </c:pt>
                <c:pt idx="364">
                  <c:v>0.178126</c:v>
                </c:pt>
                <c:pt idx="365">
                  <c:v>0.169748</c:v>
                </c:pt>
                <c:pt idx="366">
                  <c:v>0.099217</c:v>
                </c:pt>
                <c:pt idx="367">
                  <c:v>0.108786</c:v>
                </c:pt>
                <c:pt idx="368">
                  <c:v>0.126829</c:v>
                </c:pt>
                <c:pt idx="369">
                  <c:v>0.104016</c:v>
                </c:pt>
                <c:pt idx="370">
                  <c:v>0.111461</c:v>
                </c:pt>
                <c:pt idx="371">
                  <c:v>0.111606</c:v>
                </c:pt>
                <c:pt idx="372">
                  <c:v>0.110598</c:v>
                </c:pt>
                <c:pt idx="373">
                  <c:v>0.105231</c:v>
                </c:pt>
                <c:pt idx="374">
                  <c:v>0.129789</c:v>
                </c:pt>
                <c:pt idx="375">
                  <c:v>0.09506</c:v>
                </c:pt>
                <c:pt idx="376">
                  <c:v>0.10573</c:v>
                </c:pt>
                <c:pt idx="377">
                  <c:v>0.123619</c:v>
                </c:pt>
                <c:pt idx="378">
                  <c:v>0.105468</c:v>
                </c:pt>
                <c:pt idx="379">
                  <c:v>0.114272</c:v>
                </c:pt>
                <c:pt idx="380">
                  <c:v>0.120676</c:v>
                </c:pt>
                <c:pt idx="381">
                  <c:v>0.120128</c:v>
                </c:pt>
                <c:pt idx="382">
                  <c:v>0.11622</c:v>
                </c:pt>
                <c:pt idx="383">
                  <c:v>0.163331</c:v>
                </c:pt>
                <c:pt idx="384">
                  <c:v>0.102885</c:v>
                </c:pt>
                <c:pt idx="385">
                  <c:v>0.137183</c:v>
                </c:pt>
                <c:pt idx="386">
                  <c:v>0.125377</c:v>
                </c:pt>
                <c:pt idx="387">
                  <c:v>0.113595</c:v>
                </c:pt>
                <c:pt idx="388">
                  <c:v>0.138435</c:v>
                </c:pt>
                <c:pt idx="389">
                  <c:v>0.121772</c:v>
                </c:pt>
                <c:pt idx="390">
                  <c:v>0.140085</c:v>
                </c:pt>
                <c:pt idx="391">
                  <c:v>0.158302</c:v>
                </c:pt>
                <c:pt idx="392">
                  <c:v>0.105008</c:v>
                </c:pt>
                <c:pt idx="393">
                  <c:v>0.139099</c:v>
                </c:pt>
                <c:pt idx="394">
                  <c:v>0.186492</c:v>
                </c:pt>
                <c:pt idx="395">
                  <c:v>0.110465</c:v>
                </c:pt>
                <c:pt idx="396">
                  <c:v>0.119188</c:v>
                </c:pt>
                <c:pt idx="397">
                  <c:v>0.197238</c:v>
                </c:pt>
                <c:pt idx="398">
                  <c:v>0.159592</c:v>
                </c:pt>
                <c:pt idx="399">
                  <c:v>0.17579</c:v>
                </c:pt>
                <c:pt idx="400">
                  <c:v>0.169419</c:v>
                </c:pt>
                <c:pt idx="401">
                  <c:v>0.164234</c:v>
                </c:pt>
                <c:pt idx="402">
                  <c:v>0.159229</c:v>
                </c:pt>
                <c:pt idx="403">
                  <c:v>0.178215</c:v>
                </c:pt>
                <c:pt idx="404">
                  <c:v>0.197774</c:v>
                </c:pt>
                <c:pt idx="405">
                  <c:v>0.171792</c:v>
                </c:pt>
                <c:pt idx="406">
                  <c:v>0.164537</c:v>
                </c:pt>
                <c:pt idx="407">
                  <c:v>0.217431</c:v>
                </c:pt>
                <c:pt idx="408">
                  <c:v>0.175104</c:v>
                </c:pt>
                <c:pt idx="409">
                  <c:v>0.167608</c:v>
                </c:pt>
                <c:pt idx="410">
                  <c:v>0.177201</c:v>
                </c:pt>
                <c:pt idx="411">
                  <c:v>0.159139</c:v>
                </c:pt>
                <c:pt idx="412">
                  <c:v>0.174966</c:v>
                </c:pt>
                <c:pt idx="413">
                  <c:v>0.049908</c:v>
                </c:pt>
                <c:pt idx="414">
                  <c:v>0.154138</c:v>
                </c:pt>
                <c:pt idx="415">
                  <c:v>0.190238</c:v>
                </c:pt>
                <c:pt idx="416">
                  <c:v>0.158087</c:v>
                </c:pt>
                <c:pt idx="417">
                  <c:v>0.159128</c:v>
                </c:pt>
                <c:pt idx="418">
                  <c:v>0.167484</c:v>
                </c:pt>
                <c:pt idx="419">
                  <c:v>0.178265</c:v>
                </c:pt>
                <c:pt idx="420">
                  <c:v>0.167573</c:v>
                </c:pt>
                <c:pt idx="421">
                  <c:v>0.165486</c:v>
                </c:pt>
                <c:pt idx="422">
                  <c:v>0.193067</c:v>
                </c:pt>
                <c:pt idx="423">
                  <c:v>0.177487</c:v>
                </c:pt>
                <c:pt idx="424">
                  <c:v>0.148768</c:v>
                </c:pt>
                <c:pt idx="425">
                  <c:v>0.152399</c:v>
                </c:pt>
                <c:pt idx="426">
                  <c:v>0.165901</c:v>
                </c:pt>
                <c:pt idx="427">
                  <c:v>0.163366</c:v>
                </c:pt>
                <c:pt idx="428">
                  <c:v>0.1739</c:v>
                </c:pt>
                <c:pt idx="429">
                  <c:v>0.166983</c:v>
                </c:pt>
                <c:pt idx="430">
                  <c:v>0.159525</c:v>
                </c:pt>
                <c:pt idx="431">
                  <c:v>0.161372</c:v>
                </c:pt>
                <c:pt idx="432">
                  <c:v>0.175023</c:v>
                </c:pt>
                <c:pt idx="433">
                  <c:v>0.159459</c:v>
                </c:pt>
                <c:pt idx="434">
                  <c:v>0.192831</c:v>
                </c:pt>
                <c:pt idx="435">
                  <c:v>0.22312</c:v>
                </c:pt>
                <c:pt idx="436">
                  <c:v>0.142295</c:v>
                </c:pt>
                <c:pt idx="437">
                  <c:v>0.18952</c:v>
                </c:pt>
                <c:pt idx="438">
                  <c:v>0.168284</c:v>
                </c:pt>
                <c:pt idx="439">
                  <c:v>0.164791</c:v>
                </c:pt>
                <c:pt idx="440">
                  <c:v>0.207742</c:v>
                </c:pt>
                <c:pt idx="441">
                  <c:v>0.182232</c:v>
                </c:pt>
                <c:pt idx="442">
                  <c:v>0.227227</c:v>
                </c:pt>
                <c:pt idx="443">
                  <c:v>0.148566</c:v>
                </c:pt>
                <c:pt idx="444">
                  <c:v>0.182449</c:v>
                </c:pt>
                <c:pt idx="445">
                  <c:v>0.177462</c:v>
                </c:pt>
                <c:pt idx="446">
                  <c:v>0.182317</c:v>
                </c:pt>
                <c:pt idx="447">
                  <c:v>0.160302</c:v>
                </c:pt>
                <c:pt idx="448">
                  <c:v>0.178019</c:v>
                </c:pt>
                <c:pt idx="449">
                  <c:v>0.17738</c:v>
                </c:pt>
                <c:pt idx="450">
                  <c:v>0.158684</c:v>
                </c:pt>
                <c:pt idx="451">
                  <c:v>0.174792</c:v>
                </c:pt>
                <c:pt idx="452">
                  <c:v>0.176041</c:v>
                </c:pt>
                <c:pt idx="453">
                  <c:v>0.200249</c:v>
                </c:pt>
                <c:pt idx="454">
                  <c:v>0.141741</c:v>
                </c:pt>
                <c:pt idx="455">
                  <c:v>0.158588</c:v>
                </c:pt>
                <c:pt idx="456">
                  <c:v>0.194061</c:v>
                </c:pt>
                <c:pt idx="457">
                  <c:v>0.182078</c:v>
                </c:pt>
                <c:pt idx="458">
                  <c:v>0.196848</c:v>
                </c:pt>
                <c:pt idx="459">
                  <c:v>0.186751</c:v>
                </c:pt>
                <c:pt idx="460">
                  <c:v>0.18985</c:v>
                </c:pt>
                <c:pt idx="461">
                  <c:v>0.194823</c:v>
                </c:pt>
                <c:pt idx="462">
                  <c:v>0.187812</c:v>
                </c:pt>
                <c:pt idx="463">
                  <c:v>0.212171</c:v>
                </c:pt>
                <c:pt idx="464">
                  <c:v>0.130482</c:v>
                </c:pt>
                <c:pt idx="465">
                  <c:v>0.153592</c:v>
                </c:pt>
                <c:pt idx="466">
                  <c:v>0.166799</c:v>
                </c:pt>
                <c:pt idx="467">
                  <c:v>0.145743</c:v>
                </c:pt>
                <c:pt idx="468">
                  <c:v>0.163702</c:v>
                </c:pt>
                <c:pt idx="469">
                  <c:v>0.170586</c:v>
                </c:pt>
                <c:pt idx="470">
                  <c:v>0.230854</c:v>
                </c:pt>
                <c:pt idx="471">
                  <c:v>0.172938</c:v>
                </c:pt>
                <c:pt idx="472">
                  <c:v>0.15508</c:v>
                </c:pt>
                <c:pt idx="473">
                  <c:v>0.19525</c:v>
                </c:pt>
                <c:pt idx="474">
                  <c:v>0.134187</c:v>
                </c:pt>
                <c:pt idx="475">
                  <c:v>0.157618</c:v>
                </c:pt>
                <c:pt idx="476">
                  <c:v>0.157408</c:v>
                </c:pt>
                <c:pt idx="477">
                  <c:v>0.162544</c:v>
                </c:pt>
                <c:pt idx="478">
                  <c:v>0.113748</c:v>
                </c:pt>
                <c:pt idx="479">
                  <c:v>0.137038</c:v>
                </c:pt>
                <c:pt idx="480">
                  <c:v>0.131512</c:v>
                </c:pt>
                <c:pt idx="481">
                  <c:v>0.132453</c:v>
                </c:pt>
                <c:pt idx="482">
                  <c:v>0.158054</c:v>
                </c:pt>
                <c:pt idx="483">
                  <c:v>0.117972</c:v>
                </c:pt>
                <c:pt idx="484">
                  <c:v>0.151819</c:v>
                </c:pt>
                <c:pt idx="485">
                  <c:v>0.149039</c:v>
                </c:pt>
                <c:pt idx="486">
                  <c:v>0.140961</c:v>
                </c:pt>
                <c:pt idx="487">
                  <c:v>0.161649</c:v>
                </c:pt>
                <c:pt idx="488">
                  <c:v>0.145546</c:v>
                </c:pt>
                <c:pt idx="489">
                  <c:v>0.135208</c:v>
                </c:pt>
                <c:pt idx="490">
                  <c:v>0.103738</c:v>
                </c:pt>
                <c:pt idx="491">
                  <c:v>0.158737</c:v>
                </c:pt>
                <c:pt idx="492">
                  <c:v>0.140726</c:v>
                </c:pt>
                <c:pt idx="493">
                  <c:v>0.126707</c:v>
                </c:pt>
                <c:pt idx="494">
                  <c:v>0.158547</c:v>
                </c:pt>
                <c:pt idx="495">
                  <c:v>0.150609</c:v>
                </c:pt>
                <c:pt idx="496">
                  <c:v>0.140609</c:v>
                </c:pt>
                <c:pt idx="497">
                  <c:v>0.165567</c:v>
                </c:pt>
                <c:pt idx="498">
                  <c:v>0.141874</c:v>
                </c:pt>
                <c:pt idx="499">
                  <c:v>0.166363</c:v>
                </c:pt>
                <c:pt idx="500">
                  <c:v>0.214491</c:v>
                </c:pt>
                <c:pt idx="501">
                  <c:v>0.186009</c:v>
                </c:pt>
                <c:pt idx="502">
                  <c:v>0.134227</c:v>
                </c:pt>
                <c:pt idx="503">
                  <c:v>0.159511</c:v>
                </c:pt>
                <c:pt idx="504">
                  <c:v>0.143788</c:v>
                </c:pt>
                <c:pt idx="505">
                  <c:v>0.186081</c:v>
                </c:pt>
                <c:pt idx="506">
                  <c:v>0.146034</c:v>
                </c:pt>
                <c:pt idx="507">
                  <c:v>0.195198</c:v>
                </c:pt>
                <c:pt idx="508">
                  <c:v>0.140473</c:v>
                </c:pt>
                <c:pt idx="509">
                  <c:v>0.161</c:v>
                </c:pt>
                <c:pt idx="510">
                  <c:v>0.213367</c:v>
                </c:pt>
                <c:pt idx="511">
                  <c:v>0.159165</c:v>
                </c:pt>
                <c:pt idx="512">
                  <c:v>0.146529</c:v>
                </c:pt>
                <c:pt idx="513">
                  <c:v>0.193246</c:v>
                </c:pt>
                <c:pt idx="514">
                  <c:v>0.176732</c:v>
                </c:pt>
                <c:pt idx="515">
                  <c:v>0.134396</c:v>
                </c:pt>
                <c:pt idx="516">
                  <c:v>0.160029</c:v>
                </c:pt>
                <c:pt idx="517">
                  <c:v>0.178124</c:v>
                </c:pt>
                <c:pt idx="518">
                  <c:v>0.159871</c:v>
                </c:pt>
                <c:pt idx="519">
                  <c:v>0.153079</c:v>
                </c:pt>
                <c:pt idx="520">
                  <c:v>0.1848</c:v>
                </c:pt>
                <c:pt idx="521">
                  <c:v>0.190679</c:v>
                </c:pt>
                <c:pt idx="522">
                  <c:v>0.165682</c:v>
                </c:pt>
                <c:pt idx="523">
                  <c:v>0.187413</c:v>
                </c:pt>
                <c:pt idx="524">
                  <c:v>0.17734</c:v>
                </c:pt>
                <c:pt idx="525">
                  <c:v>0.165339</c:v>
                </c:pt>
                <c:pt idx="526">
                  <c:v>0.137819</c:v>
                </c:pt>
                <c:pt idx="527">
                  <c:v>0.168767</c:v>
                </c:pt>
                <c:pt idx="528">
                  <c:v>0.167146</c:v>
                </c:pt>
                <c:pt idx="529">
                  <c:v>0.205096</c:v>
                </c:pt>
                <c:pt idx="530">
                  <c:v>0.142648</c:v>
                </c:pt>
                <c:pt idx="531">
                  <c:v>0.002924</c:v>
                </c:pt>
                <c:pt idx="532">
                  <c:v>0.05483</c:v>
                </c:pt>
                <c:pt idx="533">
                  <c:v>0.011095</c:v>
                </c:pt>
                <c:pt idx="534">
                  <c:v>-0.034957</c:v>
                </c:pt>
                <c:pt idx="535">
                  <c:v>0.070052</c:v>
                </c:pt>
                <c:pt idx="536">
                  <c:v>0.042249</c:v>
                </c:pt>
                <c:pt idx="537">
                  <c:v>0.024291</c:v>
                </c:pt>
                <c:pt idx="538">
                  <c:v>0.028209</c:v>
                </c:pt>
                <c:pt idx="539">
                  <c:v>0.045095</c:v>
                </c:pt>
                <c:pt idx="540">
                  <c:v>0.029861</c:v>
                </c:pt>
                <c:pt idx="541">
                  <c:v>0.052452</c:v>
                </c:pt>
                <c:pt idx="542">
                  <c:v>0.025779</c:v>
                </c:pt>
                <c:pt idx="543">
                  <c:v>0.079886</c:v>
                </c:pt>
                <c:pt idx="544">
                  <c:v>0.097893</c:v>
                </c:pt>
                <c:pt idx="545">
                  <c:v>0.12149</c:v>
                </c:pt>
                <c:pt idx="546">
                  <c:v>0.116139</c:v>
                </c:pt>
                <c:pt idx="547">
                  <c:v>0.125638</c:v>
                </c:pt>
                <c:pt idx="548">
                  <c:v>0.139632</c:v>
                </c:pt>
                <c:pt idx="549">
                  <c:v>0.120921</c:v>
                </c:pt>
                <c:pt idx="550">
                  <c:v>0.164242</c:v>
                </c:pt>
                <c:pt idx="551">
                  <c:v>0.128875</c:v>
                </c:pt>
                <c:pt idx="552">
                  <c:v>0.177277</c:v>
                </c:pt>
                <c:pt idx="553">
                  <c:v>0.182453</c:v>
                </c:pt>
                <c:pt idx="554">
                  <c:v>0.148217</c:v>
                </c:pt>
                <c:pt idx="555">
                  <c:v>0.132345</c:v>
                </c:pt>
                <c:pt idx="556">
                  <c:v>0.146866</c:v>
                </c:pt>
                <c:pt idx="557">
                  <c:v>0.146743</c:v>
                </c:pt>
                <c:pt idx="558">
                  <c:v>0.138122</c:v>
                </c:pt>
                <c:pt idx="559">
                  <c:v>0.14657</c:v>
                </c:pt>
                <c:pt idx="560">
                  <c:v>0.113336</c:v>
                </c:pt>
                <c:pt idx="561">
                  <c:v>0.130431</c:v>
                </c:pt>
                <c:pt idx="562">
                  <c:v>0.129268</c:v>
                </c:pt>
                <c:pt idx="563">
                  <c:v>0.129202</c:v>
                </c:pt>
                <c:pt idx="564">
                  <c:v>0.142601</c:v>
                </c:pt>
                <c:pt idx="565">
                  <c:v>0.152111</c:v>
                </c:pt>
                <c:pt idx="566">
                  <c:v>0.148899</c:v>
                </c:pt>
                <c:pt idx="567">
                  <c:v>0.177581</c:v>
                </c:pt>
                <c:pt idx="568">
                  <c:v>0.124866</c:v>
                </c:pt>
                <c:pt idx="569">
                  <c:v>0.133406</c:v>
                </c:pt>
                <c:pt idx="570">
                  <c:v>0.139848</c:v>
                </c:pt>
                <c:pt idx="571">
                  <c:v>0.152609</c:v>
                </c:pt>
                <c:pt idx="572">
                  <c:v>0.184359</c:v>
                </c:pt>
                <c:pt idx="573">
                  <c:v>0.152053</c:v>
                </c:pt>
                <c:pt idx="574">
                  <c:v>0.167901</c:v>
                </c:pt>
                <c:pt idx="575">
                  <c:v>0.157608</c:v>
                </c:pt>
                <c:pt idx="576">
                  <c:v>0.182313</c:v>
                </c:pt>
                <c:pt idx="577">
                  <c:v>0.17076</c:v>
                </c:pt>
                <c:pt idx="578">
                  <c:v>0.148766</c:v>
                </c:pt>
                <c:pt idx="579">
                  <c:v>0.189447</c:v>
                </c:pt>
                <c:pt idx="580">
                  <c:v>0.179074</c:v>
                </c:pt>
                <c:pt idx="581">
                  <c:v>0.210645</c:v>
                </c:pt>
                <c:pt idx="582">
                  <c:v>0.110004</c:v>
                </c:pt>
                <c:pt idx="583">
                  <c:v>0.134848</c:v>
                </c:pt>
                <c:pt idx="584">
                  <c:v>0.126471</c:v>
                </c:pt>
                <c:pt idx="585">
                  <c:v>0.156257</c:v>
                </c:pt>
                <c:pt idx="586">
                  <c:v>0.183664</c:v>
                </c:pt>
                <c:pt idx="587">
                  <c:v>0.182692</c:v>
                </c:pt>
                <c:pt idx="588">
                  <c:v>0.178965</c:v>
                </c:pt>
                <c:pt idx="589">
                  <c:v>0.177607</c:v>
                </c:pt>
                <c:pt idx="590">
                  <c:v>0.190758</c:v>
                </c:pt>
                <c:pt idx="591">
                  <c:v>0.182672</c:v>
                </c:pt>
                <c:pt idx="592">
                  <c:v>0.111022</c:v>
                </c:pt>
                <c:pt idx="593">
                  <c:v>0.142213</c:v>
                </c:pt>
                <c:pt idx="594">
                  <c:v>0.127989</c:v>
                </c:pt>
                <c:pt idx="595">
                  <c:v>0.119987</c:v>
                </c:pt>
                <c:pt idx="596">
                  <c:v>0.132258</c:v>
                </c:pt>
                <c:pt idx="597">
                  <c:v>0.121177</c:v>
                </c:pt>
                <c:pt idx="598">
                  <c:v>0.13108</c:v>
                </c:pt>
                <c:pt idx="599">
                  <c:v>0.132647</c:v>
                </c:pt>
                <c:pt idx="600">
                  <c:v>0.144015</c:v>
                </c:pt>
                <c:pt idx="601">
                  <c:v>0.159095</c:v>
                </c:pt>
                <c:pt idx="602">
                  <c:v>0.150054</c:v>
                </c:pt>
                <c:pt idx="603">
                  <c:v>0.143403</c:v>
                </c:pt>
                <c:pt idx="604">
                  <c:v>0.129386</c:v>
                </c:pt>
                <c:pt idx="605">
                  <c:v>0.101808</c:v>
                </c:pt>
                <c:pt idx="606">
                  <c:v>0.150058</c:v>
                </c:pt>
                <c:pt idx="607">
                  <c:v>0.185104</c:v>
                </c:pt>
                <c:pt idx="608">
                  <c:v>0.153168</c:v>
                </c:pt>
                <c:pt idx="609">
                  <c:v>0.173683</c:v>
                </c:pt>
                <c:pt idx="610">
                  <c:v>0.101443</c:v>
                </c:pt>
                <c:pt idx="611">
                  <c:v>0.152652</c:v>
                </c:pt>
                <c:pt idx="612">
                  <c:v>0.146237</c:v>
                </c:pt>
                <c:pt idx="613">
                  <c:v>0.167876</c:v>
                </c:pt>
                <c:pt idx="614">
                  <c:v>0.197831</c:v>
                </c:pt>
                <c:pt idx="615">
                  <c:v>0.194252</c:v>
                </c:pt>
                <c:pt idx="616">
                  <c:v>0.15251</c:v>
                </c:pt>
                <c:pt idx="617">
                  <c:v>0.160073</c:v>
                </c:pt>
                <c:pt idx="618">
                  <c:v>0.132754</c:v>
                </c:pt>
                <c:pt idx="619">
                  <c:v>0.08895</c:v>
                </c:pt>
                <c:pt idx="620">
                  <c:v>0.190645</c:v>
                </c:pt>
                <c:pt idx="621">
                  <c:v>0.138804</c:v>
                </c:pt>
                <c:pt idx="622">
                  <c:v>0.137891</c:v>
                </c:pt>
                <c:pt idx="623">
                  <c:v>0.159044</c:v>
                </c:pt>
                <c:pt idx="624">
                  <c:v>0.188471</c:v>
                </c:pt>
                <c:pt idx="625">
                  <c:v>0.030772</c:v>
                </c:pt>
                <c:pt idx="626">
                  <c:v>0.143461</c:v>
                </c:pt>
                <c:pt idx="627">
                  <c:v>0.148585</c:v>
                </c:pt>
                <c:pt idx="628">
                  <c:v>0.114634</c:v>
                </c:pt>
                <c:pt idx="629">
                  <c:v>0.12002</c:v>
                </c:pt>
                <c:pt idx="630">
                  <c:v>0.139013</c:v>
                </c:pt>
                <c:pt idx="631">
                  <c:v>0.121883</c:v>
                </c:pt>
                <c:pt idx="632">
                  <c:v>0.133319</c:v>
                </c:pt>
                <c:pt idx="633">
                  <c:v>0.139695</c:v>
                </c:pt>
                <c:pt idx="634">
                  <c:v>0.153057</c:v>
                </c:pt>
                <c:pt idx="635">
                  <c:v>0.139436</c:v>
                </c:pt>
                <c:pt idx="636">
                  <c:v>0.144212</c:v>
                </c:pt>
                <c:pt idx="637">
                  <c:v>0.153639</c:v>
                </c:pt>
                <c:pt idx="638">
                  <c:v>0.131206</c:v>
                </c:pt>
                <c:pt idx="639">
                  <c:v>0.14132</c:v>
                </c:pt>
                <c:pt idx="640">
                  <c:v>0.204637</c:v>
                </c:pt>
                <c:pt idx="641">
                  <c:v>0.147492</c:v>
                </c:pt>
                <c:pt idx="642">
                  <c:v>0.161142</c:v>
                </c:pt>
                <c:pt idx="643">
                  <c:v>0.178471</c:v>
                </c:pt>
                <c:pt idx="644">
                  <c:v>0.077812</c:v>
                </c:pt>
                <c:pt idx="645">
                  <c:v>0.110955</c:v>
                </c:pt>
                <c:pt idx="646">
                  <c:v>0.121172</c:v>
                </c:pt>
                <c:pt idx="647">
                  <c:v>0.106099</c:v>
                </c:pt>
                <c:pt idx="648">
                  <c:v>0.104493</c:v>
                </c:pt>
                <c:pt idx="649">
                  <c:v>-0.103726</c:v>
                </c:pt>
                <c:pt idx="650">
                  <c:v>0.056659</c:v>
                </c:pt>
                <c:pt idx="651">
                  <c:v>0.005428</c:v>
                </c:pt>
                <c:pt idx="652">
                  <c:v>0.210467</c:v>
                </c:pt>
                <c:pt idx="653">
                  <c:v>0.149008</c:v>
                </c:pt>
                <c:pt idx="654">
                  <c:v>0.130831</c:v>
                </c:pt>
                <c:pt idx="655">
                  <c:v>0.185837</c:v>
                </c:pt>
                <c:pt idx="656">
                  <c:v>0.165205</c:v>
                </c:pt>
                <c:pt idx="657">
                  <c:v>0.132425</c:v>
                </c:pt>
                <c:pt idx="658">
                  <c:v>0.126825</c:v>
                </c:pt>
                <c:pt idx="659">
                  <c:v>0.150424</c:v>
                </c:pt>
                <c:pt idx="660">
                  <c:v>0.143642</c:v>
                </c:pt>
                <c:pt idx="661">
                  <c:v>0.166021</c:v>
                </c:pt>
                <c:pt idx="662">
                  <c:v>0.189605</c:v>
                </c:pt>
                <c:pt idx="663">
                  <c:v>0.140228</c:v>
                </c:pt>
                <c:pt idx="664">
                  <c:v>0.124952</c:v>
                </c:pt>
                <c:pt idx="665">
                  <c:v>0.143688</c:v>
                </c:pt>
                <c:pt idx="666">
                  <c:v>0.170844</c:v>
                </c:pt>
                <c:pt idx="667">
                  <c:v>0.130072</c:v>
                </c:pt>
                <c:pt idx="668">
                  <c:v>0.136685</c:v>
                </c:pt>
                <c:pt idx="669">
                  <c:v>0.141817</c:v>
                </c:pt>
                <c:pt idx="670">
                  <c:v>0.144612</c:v>
                </c:pt>
                <c:pt idx="671">
                  <c:v>0.158981</c:v>
                </c:pt>
                <c:pt idx="672">
                  <c:v>0.168974</c:v>
                </c:pt>
                <c:pt idx="673">
                  <c:v>0.201936</c:v>
                </c:pt>
                <c:pt idx="674">
                  <c:v>0.167386</c:v>
                </c:pt>
                <c:pt idx="675">
                  <c:v>0.178543</c:v>
                </c:pt>
                <c:pt idx="676">
                  <c:v>0.167555</c:v>
                </c:pt>
                <c:pt idx="677">
                  <c:v>0.144026</c:v>
                </c:pt>
                <c:pt idx="678">
                  <c:v>0.146311</c:v>
                </c:pt>
                <c:pt idx="679">
                  <c:v>0.139317</c:v>
                </c:pt>
                <c:pt idx="680">
                  <c:v>0.132289</c:v>
                </c:pt>
                <c:pt idx="681">
                  <c:v>0.129108</c:v>
                </c:pt>
                <c:pt idx="682">
                  <c:v>0.189972</c:v>
                </c:pt>
                <c:pt idx="683">
                  <c:v>0.158818</c:v>
                </c:pt>
                <c:pt idx="684">
                  <c:v>0.15769</c:v>
                </c:pt>
                <c:pt idx="685">
                  <c:v>0.16472</c:v>
                </c:pt>
                <c:pt idx="686">
                  <c:v>0.154571</c:v>
                </c:pt>
                <c:pt idx="687">
                  <c:v>0.131986</c:v>
                </c:pt>
                <c:pt idx="688">
                  <c:v>0.128011</c:v>
                </c:pt>
                <c:pt idx="689">
                  <c:v>0.129766</c:v>
                </c:pt>
                <c:pt idx="690">
                  <c:v>0.125486</c:v>
                </c:pt>
                <c:pt idx="691">
                  <c:v>0.176217</c:v>
                </c:pt>
                <c:pt idx="692">
                  <c:v>0.130759</c:v>
                </c:pt>
                <c:pt idx="693">
                  <c:v>0.127398</c:v>
                </c:pt>
                <c:pt idx="694">
                  <c:v>0.14415</c:v>
                </c:pt>
                <c:pt idx="695">
                  <c:v>0.143427</c:v>
                </c:pt>
                <c:pt idx="696">
                  <c:v>0.152236</c:v>
                </c:pt>
                <c:pt idx="697">
                  <c:v>0.136568</c:v>
                </c:pt>
                <c:pt idx="698">
                  <c:v>0.128909</c:v>
                </c:pt>
                <c:pt idx="699">
                  <c:v>0.160002</c:v>
                </c:pt>
                <c:pt idx="700">
                  <c:v>0.142155</c:v>
                </c:pt>
                <c:pt idx="701">
                  <c:v>0.172059</c:v>
                </c:pt>
                <c:pt idx="702">
                  <c:v>0.16512</c:v>
                </c:pt>
                <c:pt idx="703">
                  <c:v>0.166292</c:v>
                </c:pt>
                <c:pt idx="704">
                  <c:v>0.145278</c:v>
                </c:pt>
                <c:pt idx="705">
                  <c:v>0.149597</c:v>
                </c:pt>
                <c:pt idx="706">
                  <c:v>0.155674</c:v>
                </c:pt>
                <c:pt idx="707">
                  <c:v>0.152024</c:v>
                </c:pt>
                <c:pt idx="708">
                  <c:v>0.170073</c:v>
                </c:pt>
                <c:pt idx="709">
                  <c:v>0.134586</c:v>
                </c:pt>
                <c:pt idx="710">
                  <c:v>0.132499</c:v>
                </c:pt>
                <c:pt idx="711">
                  <c:v>0.142476</c:v>
                </c:pt>
                <c:pt idx="712">
                  <c:v>0.145094</c:v>
                </c:pt>
                <c:pt idx="713">
                  <c:v>0.146499</c:v>
                </c:pt>
                <c:pt idx="714">
                  <c:v>0.168453</c:v>
                </c:pt>
                <c:pt idx="715">
                  <c:v>0.141051</c:v>
                </c:pt>
                <c:pt idx="716">
                  <c:v>0.12961</c:v>
                </c:pt>
                <c:pt idx="717">
                  <c:v>0.148453</c:v>
                </c:pt>
                <c:pt idx="718">
                  <c:v>0.130922</c:v>
                </c:pt>
                <c:pt idx="719">
                  <c:v>0.135321</c:v>
                </c:pt>
                <c:pt idx="720">
                  <c:v>0.164419</c:v>
                </c:pt>
                <c:pt idx="721">
                  <c:v>0.131019</c:v>
                </c:pt>
                <c:pt idx="722">
                  <c:v>0.136657</c:v>
                </c:pt>
                <c:pt idx="723">
                  <c:v>0.124387</c:v>
                </c:pt>
                <c:pt idx="724">
                  <c:v>0.136609</c:v>
                </c:pt>
                <c:pt idx="725">
                  <c:v>0.136141</c:v>
                </c:pt>
                <c:pt idx="726">
                  <c:v>0.176994</c:v>
                </c:pt>
                <c:pt idx="727">
                  <c:v>0.137608</c:v>
                </c:pt>
                <c:pt idx="728">
                  <c:v>0.137207</c:v>
                </c:pt>
                <c:pt idx="729">
                  <c:v>0.140654</c:v>
                </c:pt>
                <c:pt idx="730">
                  <c:v>0.13345</c:v>
                </c:pt>
                <c:pt idx="731">
                  <c:v>0.128506</c:v>
                </c:pt>
                <c:pt idx="732">
                  <c:v>0.162928</c:v>
                </c:pt>
                <c:pt idx="733">
                  <c:v>0.140878</c:v>
                </c:pt>
                <c:pt idx="734">
                  <c:v>0.147569</c:v>
                </c:pt>
                <c:pt idx="735">
                  <c:v>0.144949</c:v>
                </c:pt>
                <c:pt idx="736">
                  <c:v>0.14124</c:v>
                </c:pt>
                <c:pt idx="737">
                  <c:v>0.131949</c:v>
                </c:pt>
                <c:pt idx="738">
                  <c:v>0.129886</c:v>
                </c:pt>
                <c:pt idx="739">
                  <c:v>0.140313</c:v>
                </c:pt>
                <c:pt idx="740">
                  <c:v>0.138753</c:v>
                </c:pt>
                <c:pt idx="741">
                  <c:v>0.134512</c:v>
                </c:pt>
                <c:pt idx="742">
                  <c:v>0.139243</c:v>
                </c:pt>
                <c:pt idx="743">
                  <c:v>0.161861</c:v>
                </c:pt>
                <c:pt idx="744">
                  <c:v>0.18325</c:v>
                </c:pt>
                <c:pt idx="745">
                  <c:v>0.164281</c:v>
                </c:pt>
                <c:pt idx="746">
                  <c:v>0.174414</c:v>
                </c:pt>
                <c:pt idx="747">
                  <c:v>0.236866</c:v>
                </c:pt>
                <c:pt idx="748">
                  <c:v>0.183022</c:v>
                </c:pt>
                <c:pt idx="749">
                  <c:v>0.174998</c:v>
                </c:pt>
                <c:pt idx="750">
                  <c:v>0.164838</c:v>
                </c:pt>
                <c:pt idx="751">
                  <c:v>0.230219</c:v>
                </c:pt>
                <c:pt idx="752">
                  <c:v>0.194909</c:v>
                </c:pt>
                <c:pt idx="753">
                  <c:v>0.245836</c:v>
                </c:pt>
                <c:pt idx="754">
                  <c:v>0.148497</c:v>
                </c:pt>
                <c:pt idx="755">
                  <c:v>0.24582</c:v>
                </c:pt>
                <c:pt idx="756">
                  <c:v>0.212739</c:v>
                </c:pt>
                <c:pt idx="757">
                  <c:v>0.191752</c:v>
                </c:pt>
                <c:pt idx="758">
                  <c:v>0.176349</c:v>
                </c:pt>
                <c:pt idx="759">
                  <c:v>0.194859</c:v>
                </c:pt>
                <c:pt idx="760">
                  <c:v>0.229623</c:v>
                </c:pt>
                <c:pt idx="761">
                  <c:v>0.175457</c:v>
                </c:pt>
                <c:pt idx="762">
                  <c:v>0.111445</c:v>
                </c:pt>
                <c:pt idx="763">
                  <c:v>0.102074</c:v>
                </c:pt>
                <c:pt idx="764">
                  <c:v>0.163904</c:v>
                </c:pt>
                <c:pt idx="765">
                  <c:v>0.154495</c:v>
                </c:pt>
                <c:pt idx="766">
                  <c:v>0.177744</c:v>
                </c:pt>
                <c:pt idx="767">
                  <c:v>0.187216</c:v>
                </c:pt>
                <c:pt idx="768">
                  <c:v>0.167108</c:v>
                </c:pt>
                <c:pt idx="769">
                  <c:v>0.164129</c:v>
                </c:pt>
                <c:pt idx="770">
                  <c:v>0.163082</c:v>
                </c:pt>
                <c:pt idx="771">
                  <c:v>0.171793</c:v>
                </c:pt>
                <c:pt idx="772">
                  <c:v>0.158266</c:v>
                </c:pt>
                <c:pt idx="773">
                  <c:v>0.107469</c:v>
                </c:pt>
                <c:pt idx="774">
                  <c:v>0.182844</c:v>
                </c:pt>
                <c:pt idx="775">
                  <c:v>0.167729</c:v>
                </c:pt>
                <c:pt idx="776">
                  <c:v>0.201311</c:v>
                </c:pt>
                <c:pt idx="777">
                  <c:v>0.191639</c:v>
                </c:pt>
                <c:pt idx="778">
                  <c:v>0.109379</c:v>
                </c:pt>
                <c:pt idx="779">
                  <c:v>0.216687</c:v>
                </c:pt>
                <c:pt idx="780">
                  <c:v>0.190664</c:v>
                </c:pt>
                <c:pt idx="781">
                  <c:v>0.180743</c:v>
                </c:pt>
                <c:pt idx="782">
                  <c:v>0.178206</c:v>
                </c:pt>
                <c:pt idx="783">
                  <c:v>0.089628</c:v>
                </c:pt>
                <c:pt idx="784">
                  <c:v>0.127983</c:v>
                </c:pt>
                <c:pt idx="785">
                  <c:v>0.150517</c:v>
                </c:pt>
                <c:pt idx="786">
                  <c:v>0.151641</c:v>
                </c:pt>
                <c:pt idx="787">
                  <c:v>0.158702</c:v>
                </c:pt>
                <c:pt idx="788">
                  <c:v>0.129118</c:v>
                </c:pt>
                <c:pt idx="789">
                  <c:v>0.17072</c:v>
                </c:pt>
              </c:numCache>
            </c:numRef>
          </c:yVal>
        </c:ser>
        <c:ser>
          <c:idx val="2"/>
          <c:order val="2"/>
          <c:tx>
            <c:v>Группа 3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3"/>
            <c:spPr>
              <a:solidFill xmlns:a="http://schemas.openxmlformats.org/drawingml/2006/main">
                <a:srgbClr val="C16688"/>
              </a:solidFill>
            </c:spPr>
          </c:marker>
          <c:xVal>
            <c:numRef>
              <c:f>'Chart Data'!$E$2:$E$134</c:f>
              <c:numCache>
                <c:formatCode>General</c:formatCode>
                <c:ptCount val="133"/>
                <c:pt idx="0">
                  <c:v>0.170975</c:v>
                </c:pt>
                <c:pt idx="1">
                  <c:v>0.1796</c:v>
                </c:pt>
                <c:pt idx="2">
                  <c:v>0.183053</c:v>
                </c:pt>
                <c:pt idx="3">
                  <c:v>0.165203</c:v>
                </c:pt>
                <c:pt idx="4">
                  <c:v>0.181955</c:v>
                </c:pt>
                <c:pt idx="5">
                  <c:v>0.145233</c:v>
                </c:pt>
                <c:pt idx="6">
                  <c:v>0.179854</c:v>
                </c:pt>
                <c:pt idx="7">
                  <c:v>0.17749</c:v>
                </c:pt>
                <c:pt idx="8">
                  <c:v>0.170863</c:v>
                </c:pt>
                <c:pt idx="9">
                  <c:v>0.161321</c:v>
                </c:pt>
                <c:pt idx="10">
                  <c:v>0.168931</c:v>
                </c:pt>
                <c:pt idx="11">
                  <c:v>0.169627</c:v>
                </c:pt>
                <c:pt idx="12">
                  <c:v>0.166912</c:v>
                </c:pt>
                <c:pt idx="13">
                  <c:v>0.136506</c:v>
                </c:pt>
                <c:pt idx="14">
                  <c:v>0.127597</c:v>
                </c:pt>
                <c:pt idx="15">
                  <c:v>0.133286</c:v>
                </c:pt>
                <c:pt idx="16">
                  <c:v>0.156264</c:v>
                </c:pt>
                <c:pt idx="17">
                  <c:v>0.175022</c:v>
                </c:pt>
                <c:pt idx="18">
                  <c:v>0.149403</c:v>
                </c:pt>
                <c:pt idx="19">
                  <c:v>0.149146</c:v>
                </c:pt>
                <c:pt idx="20">
                  <c:v>0.149747</c:v>
                </c:pt>
                <c:pt idx="21">
                  <c:v>0.154239</c:v>
                </c:pt>
                <c:pt idx="22">
                  <c:v>0.142153</c:v>
                </c:pt>
                <c:pt idx="23">
                  <c:v>0.146049</c:v>
                </c:pt>
                <c:pt idx="24">
                  <c:v>0.143552</c:v>
                </c:pt>
                <c:pt idx="25">
                  <c:v>0.130113</c:v>
                </c:pt>
                <c:pt idx="26">
                  <c:v>0.15546</c:v>
                </c:pt>
                <c:pt idx="27">
                  <c:v>0.134387</c:v>
                </c:pt>
                <c:pt idx="28">
                  <c:v>0.132733</c:v>
                </c:pt>
                <c:pt idx="29">
                  <c:v>0.13135</c:v>
                </c:pt>
                <c:pt idx="30">
                  <c:v>0.13017</c:v>
                </c:pt>
                <c:pt idx="31">
                  <c:v>0.136361</c:v>
                </c:pt>
                <c:pt idx="32">
                  <c:v>0.128262</c:v>
                </c:pt>
                <c:pt idx="33">
                  <c:v>0.150063</c:v>
                </c:pt>
                <c:pt idx="34">
                  <c:v>0.144509</c:v>
                </c:pt>
                <c:pt idx="35">
                  <c:v>0.143932</c:v>
                </c:pt>
                <c:pt idx="36">
                  <c:v>0.17099</c:v>
                </c:pt>
                <c:pt idx="37">
                  <c:v>0.145767</c:v>
                </c:pt>
                <c:pt idx="38">
                  <c:v>0.139131</c:v>
                </c:pt>
                <c:pt idx="39">
                  <c:v>0.144583</c:v>
                </c:pt>
                <c:pt idx="40">
                  <c:v>0.157706</c:v>
                </c:pt>
                <c:pt idx="41">
                  <c:v>0.135193</c:v>
                </c:pt>
                <c:pt idx="42">
                  <c:v>0.148939</c:v>
                </c:pt>
                <c:pt idx="43">
                  <c:v>0.136386</c:v>
                </c:pt>
                <c:pt idx="44">
                  <c:v>0.137943</c:v>
                </c:pt>
                <c:pt idx="45">
                  <c:v>0.193051</c:v>
                </c:pt>
                <c:pt idx="46">
                  <c:v>0.199617</c:v>
                </c:pt>
                <c:pt idx="47">
                  <c:v>0.213155</c:v>
                </c:pt>
                <c:pt idx="48">
                  <c:v>0.213729</c:v>
                </c:pt>
                <c:pt idx="49">
                  <c:v>0.20257</c:v>
                </c:pt>
                <c:pt idx="50">
                  <c:v>0.227941</c:v>
                </c:pt>
                <c:pt idx="51">
                  <c:v>0.133482</c:v>
                </c:pt>
                <c:pt idx="52">
                  <c:v>0.129007</c:v>
                </c:pt>
                <c:pt idx="53">
                  <c:v>0.131516</c:v>
                </c:pt>
                <c:pt idx="54">
                  <c:v>0.179159</c:v>
                </c:pt>
                <c:pt idx="55">
                  <c:v>0.188506</c:v>
                </c:pt>
                <c:pt idx="56">
                  <c:v>0.18786</c:v>
                </c:pt>
                <c:pt idx="57">
                  <c:v>0.181685</c:v>
                </c:pt>
                <c:pt idx="58">
                  <c:v>0.170563</c:v>
                </c:pt>
                <c:pt idx="59">
                  <c:v>0.177147</c:v>
                </c:pt>
                <c:pt idx="60">
                  <c:v>0.134147</c:v>
                </c:pt>
                <c:pt idx="61">
                  <c:v>0.144807</c:v>
                </c:pt>
                <c:pt idx="62">
                  <c:v>0.149977</c:v>
                </c:pt>
                <c:pt idx="63">
                  <c:v>0.135987</c:v>
                </c:pt>
                <c:pt idx="64">
                  <c:v>0.134459</c:v>
                </c:pt>
                <c:pt idx="65">
                  <c:v>0.168198</c:v>
                </c:pt>
                <c:pt idx="66">
                  <c:v>0.149863</c:v>
                </c:pt>
                <c:pt idx="67">
                  <c:v>0.207727</c:v>
                </c:pt>
                <c:pt idx="68">
                  <c:v>0.168962</c:v>
                </c:pt>
                <c:pt idx="69">
                  <c:v>0.141203</c:v>
                </c:pt>
                <c:pt idx="70">
                  <c:v>0.144371</c:v>
                </c:pt>
                <c:pt idx="71">
                  <c:v>0.166834</c:v>
                </c:pt>
                <c:pt idx="72">
                  <c:v>0.19428</c:v>
                </c:pt>
                <c:pt idx="73">
                  <c:v>0.223085</c:v>
                </c:pt>
                <c:pt idx="74">
                  <c:v>0.138383</c:v>
                </c:pt>
                <c:pt idx="75">
                  <c:v>0.179311</c:v>
                </c:pt>
                <c:pt idx="76">
                  <c:v>0.174062</c:v>
                </c:pt>
                <c:pt idx="77">
                  <c:v>0.144303</c:v>
                </c:pt>
                <c:pt idx="78">
                  <c:v>0.191911</c:v>
                </c:pt>
                <c:pt idx="79">
                  <c:v>0.204443</c:v>
                </c:pt>
                <c:pt idx="80">
                  <c:v>0.161156</c:v>
                </c:pt>
                <c:pt idx="81">
                  <c:v>0.137717</c:v>
                </c:pt>
                <c:pt idx="82">
                  <c:v>0.136973</c:v>
                </c:pt>
                <c:pt idx="83">
                  <c:v>0.152795</c:v>
                </c:pt>
                <c:pt idx="84">
                  <c:v>0.174106</c:v>
                </c:pt>
                <c:pt idx="85">
                  <c:v>0.188905</c:v>
                </c:pt>
                <c:pt idx="86">
                  <c:v>0.161767</c:v>
                </c:pt>
                <c:pt idx="87">
                  <c:v>0.145622</c:v>
                </c:pt>
                <c:pt idx="88">
                  <c:v>0.196645</c:v>
                </c:pt>
                <c:pt idx="89">
                  <c:v>0.177834</c:v>
                </c:pt>
                <c:pt idx="90">
                  <c:v>0.131816</c:v>
                </c:pt>
                <c:pt idx="91">
                  <c:v>0.148978</c:v>
                </c:pt>
                <c:pt idx="92">
                  <c:v>0.15269</c:v>
                </c:pt>
                <c:pt idx="93">
                  <c:v>0.168343</c:v>
                </c:pt>
                <c:pt idx="94">
                  <c:v>0.17484</c:v>
                </c:pt>
                <c:pt idx="95">
                  <c:v>0.136535</c:v>
                </c:pt>
                <c:pt idx="96">
                  <c:v>0.166525</c:v>
                </c:pt>
                <c:pt idx="97">
                  <c:v>0.159043</c:v>
                </c:pt>
                <c:pt idx="98">
                  <c:v>0.177627</c:v>
                </c:pt>
                <c:pt idx="99">
                  <c:v>0.154669</c:v>
                </c:pt>
                <c:pt idx="100">
                  <c:v>0.134053</c:v>
                </c:pt>
                <c:pt idx="101">
                  <c:v>0.172137</c:v>
                </c:pt>
                <c:pt idx="102">
                  <c:v>0.171252</c:v>
                </c:pt>
                <c:pt idx="103">
                  <c:v>0.253732</c:v>
                </c:pt>
                <c:pt idx="104">
                  <c:v>0.194958</c:v>
                </c:pt>
                <c:pt idx="105">
                  <c:v>0.197238</c:v>
                </c:pt>
                <c:pt idx="106">
                  <c:v>0.169539</c:v>
                </c:pt>
                <c:pt idx="107">
                  <c:v>0.193481</c:v>
                </c:pt>
                <c:pt idx="108">
                  <c:v>0.214791</c:v>
                </c:pt>
                <c:pt idx="109">
                  <c:v>0.176985</c:v>
                </c:pt>
                <c:pt idx="110">
                  <c:v>0.228104</c:v>
                </c:pt>
                <c:pt idx="111">
                  <c:v>0.226115</c:v>
                </c:pt>
                <c:pt idx="112">
                  <c:v>0.217202</c:v>
                </c:pt>
                <c:pt idx="113">
                  <c:v>0.157894</c:v>
                </c:pt>
                <c:pt idx="114">
                  <c:v>0.156343</c:v>
                </c:pt>
                <c:pt idx="115">
                  <c:v>0.183474</c:v>
                </c:pt>
                <c:pt idx="116">
                  <c:v>0.173674</c:v>
                </c:pt>
                <c:pt idx="117">
                  <c:v>0.144711</c:v>
                </c:pt>
                <c:pt idx="118">
                  <c:v>0.150961</c:v>
                </c:pt>
                <c:pt idx="119">
                  <c:v>0.170202</c:v>
                </c:pt>
                <c:pt idx="120">
                  <c:v>0.172885</c:v>
                </c:pt>
                <c:pt idx="121">
                  <c:v>0.144862</c:v>
                </c:pt>
                <c:pt idx="122">
                  <c:v>0.136793</c:v>
                </c:pt>
                <c:pt idx="123">
                  <c:v>0.17161</c:v>
                </c:pt>
                <c:pt idx="124">
                  <c:v>0.174715</c:v>
                </c:pt>
                <c:pt idx="125">
                  <c:v>0.168799</c:v>
                </c:pt>
                <c:pt idx="126">
                  <c:v>0.143494</c:v>
                </c:pt>
                <c:pt idx="127">
                  <c:v>0.151793</c:v>
                </c:pt>
                <c:pt idx="128">
                  <c:v>0.144982</c:v>
                </c:pt>
                <c:pt idx="129">
                  <c:v>0.147972</c:v>
                </c:pt>
                <c:pt idx="130">
                  <c:v>0.137226</c:v>
                </c:pt>
                <c:pt idx="131">
                  <c:v>0.176446</c:v>
                </c:pt>
                <c:pt idx="132">
                  <c:v>0.162491</c:v>
                </c:pt>
              </c:numCache>
            </c:numRef>
          </c:xVal>
          <c:yVal>
            <c:numRef>
              <c:f>'Chart Data'!$F$2:$F$134</c:f>
              <c:numCache>
                <c:formatCode>0.0</c:formatCode>
                <c:ptCount val="133"/>
                <c:pt idx="0">
                  <c:v>0.124921</c:v>
                </c:pt>
                <c:pt idx="1">
                  <c:v>0.129429</c:v>
                </c:pt>
                <c:pt idx="2">
                  <c:v>0.121602</c:v>
                </c:pt>
                <c:pt idx="3">
                  <c:v>0.138563</c:v>
                </c:pt>
                <c:pt idx="4">
                  <c:v>0.126284</c:v>
                </c:pt>
                <c:pt idx="5">
                  <c:v>0.125536</c:v>
                </c:pt>
                <c:pt idx="6">
                  <c:v>0.114338</c:v>
                </c:pt>
                <c:pt idx="7">
                  <c:v>0.116784</c:v>
                </c:pt>
                <c:pt idx="8">
                  <c:v>0.116961</c:v>
                </c:pt>
                <c:pt idx="9">
                  <c:v>0.128974</c:v>
                </c:pt>
                <c:pt idx="10">
                  <c:v>0.119949</c:v>
                </c:pt>
                <c:pt idx="11">
                  <c:v>0.139456</c:v>
                </c:pt>
                <c:pt idx="12">
                  <c:v>0.137713</c:v>
                </c:pt>
                <c:pt idx="13">
                  <c:v>0.135164</c:v>
                </c:pt>
                <c:pt idx="14">
                  <c:v>0.132884</c:v>
                </c:pt>
                <c:pt idx="15">
                  <c:v>0.133728</c:v>
                </c:pt>
                <c:pt idx="16">
                  <c:v>0.132115</c:v>
                </c:pt>
                <c:pt idx="17">
                  <c:v>0.136936</c:v>
                </c:pt>
                <c:pt idx="18">
                  <c:v>0.132269</c:v>
                </c:pt>
                <c:pt idx="19">
                  <c:v>0.132428</c:v>
                </c:pt>
                <c:pt idx="20">
                  <c:v>0.134864</c:v>
                </c:pt>
                <c:pt idx="21">
                  <c:v>0.138695</c:v>
                </c:pt>
                <c:pt idx="22">
                  <c:v>0.126728</c:v>
                </c:pt>
                <c:pt idx="23">
                  <c:v>0.130173</c:v>
                </c:pt>
                <c:pt idx="24">
                  <c:v>0.139482</c:v>
                </c:pt>
                <c:pt idx="25">
                  <c:v>0.134104</c:v>
                </c:pt>
                <c:pt idx="26">
                  <c:v>0.140591</c:v>
                </c:pt>
                <c:pt idx="27">
                  <c:v>0.13253</c:v>
                </c:pt>
                <c:pt idx="28">
                  <c:v>0.126476</c:v>
                </c:pt>
                <c:pt idx="29">
                  <c:v>0.127873</c:v>
                </c:pt>
                <c:pt idx="30">
                  <c:v>0.132256</c:v>
                </c:pt>
                <c:pt idx="31">
                  <c:v>0.123447</c:v>
                </c:pt>
                <c:pt idx="32">
                  <c:v>0.122855</c:v>
                </c:pt>
                <c:pt idx="33">
                  <c:v>0.129352</c:v>
                </c:pt>
                <c:pt idx="34">
                  <c:v>0.118016</c:v>
                </c:pt>
                <c:pt idx="35">
                  <c:v>0.13635</c:v>
                </c:pt>
                <c:pt idx="36">
                  <c:v>0.13012</c:v>
                </c:pt>
                <c:pt idx="37">
                  <c:v>0.13235</c:v>
                </c:pt>
                <c:pt idx="38">
                  <c:v>0.130506</c:v>
                </c:pt>
                <c:pt idx="39">
                  <c:v>0.136913</c:v>
                </c:pt>
                <c:pt idx="40">
                  <c:v>0.132397</c:v>
                </c:pt>
                <c:pt idx="41">
                  <c:v>0.14019</c:v>
                </c:pt>
                <c:pt idx="42">
                  <c:v>0.140658</c:v>
                </c:pt>
                <c:pt idx="43">
                  <c:v>0.127793</c:v>
                </c:pt>
                <c:pt idx="44">
                  <c:v>0.131244</c:v>
                </c:pt>
                <c:pt idx="45">
                  <c:v>0.11947</c:v>
                </c:pt>
                <c:pt idx="46">
                  <c:v>0.113501</c:v>
                </c:pt>
                <c:pt idx="47">
                  <c:v>0.135808</c:v>
                </c:pt>
                <c:pt idx="48">
                  <c:v>0.127352</c:v>
                </c:pt>
                <c:pt idx="49">
                  <c:v>0.128571</c:v>
                </c:pt>
                <c:pt idx="50">
                  <c:v>0.132839</c:v>
                </c:pt>
                <c:pt idx="51">
                  <c:v>0.123448</c:v>
                </c:pt>
                <c:pt idx="52">
                  <c:v>0.131955</c:v>
                </c:pt>
                <c:pt idx="53">
                  <c:v>0.13993</c:v>
                </c:pt>
                <c:pt idx="54">
                  <c:v>0.125709</c:v>
                </c:pt>
                <c:pt idx="55">
                  <c:v>0.120864</c:v>
                </c:pt>
                <c:pt idx="56">
                  <c:v>0.118745</c:v>
                </c:pt>
                <c:pt idx="57">
                  <c:v>0.129951</c:v>
                </c:pt>
                <c:pt idx="58">
                  <c:v>0.127628</c:v>
                </c:pt>
                <c:pt idx="59">
                  <c:v>0.118872</c:v>
                </c:pt>
                <c:pt idx="60">
                  <c:v>0.145005</c:v>
                </c:pt>
                <c:pt idx="61">
                  <c:v>0.139529</c:v>
                </c:pt>
                <c:pt idx="62">
                  <c:v>0.126026</c:v>
                </c:pt>
                <c:pt idx="63">
                  <c:v>0.134659</c:v>
                </c:pt>
                <c:pt idx="64">
                  <c:v>0.129957</c:v>
                </c:pt>
                <c:pt idx="65">
                  <c:v>0.131223</c:v>
                </c:pt>
                <c:pt idx="66">
                  <c:v>0.126786</c:v>
                </c:pt>
                <c:pt idx="67">
                  <c:v>0.108008</c:v>
                </c:pt>
                <c:pt idx="68">
                  <c:v>0.128072</c:v>
                </c:pt>
                <c:pt idx="69">
                  <c:v>0.131251</c:v>
                </c:pt>
                <c:pt idx="70">
                  <c:v>0.132109</c:v>
                </c:pt>
                <c:pt idx="71">
                  <c:v>0.141471</c:v>
                </c:pt>
                <c:pt idx="72">
                  <c:v>0.112244</c:v>
                </c:pt>
                <c:pt idx="73">
                  <c:v>0.126661</c:v>
                </c:pt>
                <c:pt idx="74">
                  <c:v>0.14463</c:v>
                </c:pt>
                <c:pt idx="75">
                  <c:v>0.128136</c:v>
                </c:pt>
                <c:pt idx="76">
                  <c:v>0.12658</c:v>
                </c:pt>
                <c:pt idx="77">
                  <c:v>0.122725</c:v>
                </c:pt>
                <c:pt idx="78">
                  <c:v>0.123463</c:v>
                </c:pt>
                <c:pt idx="79">
                  <c:v>0.125845</c:v>
                </c:pt>
                <c:pt idx="80">
                  <c:v>0.127015</c:v>
                </c:pt>
                <c:pt idx="81">
                  <c:v>0.133538</c:v>
                </c:pt>
                <c:pt idx="82">
                  <c:v>0.144524</c:v>
                </c:pt>
                <c:pt idx="83">
                  <c:v>0.133884</c:v>
                </c:pt>
                <c:pt idx="84">
                  <c:v>0.143761</c:v>
                </c:pt>
                <c:pt idx="85">
                  <c:v>0.121365</c:v>
                </c:pt>
                <c:pt idx="86">
                  <c:v>0.135957</c:v>
                </c:pt>
                <c:pt idx="87">
                  <c:v>0.140593</c:v>
                </c:pt>
                <c:pt idx="88">
                  <c:v>0.131834</c:v>
                </c:pt>
                <c:pt idx="89">
                  <c:v>0.127107</c:v>
                </c:pt>
                <c:pt idx="90">
                  <c:v>0.144137</c:v>
                </c:pt>
                <c:pt idx="91">
                  <c:v>0.137332</c:v>
                </c:pt>
                <c:pt idx="92">
                  <c:v>0.139918</c:v>
                </c:pt>
                <c:pt idx="93">
                  <c:v>0.127426</c:v>
                </c:pt>
                <c:pt idx="94">
                  <c:v>0.139944</c:v>
                </c:pt>
                <c:pt idx="95">
                  <c:v>0.139066</c:v>
                </c:pt>
                <c:pt idx="96">
                  <c:v>0.149924</c:v>
                </c:pt>
                <c:pt idx="97">
                  <c:v>0.135351</c:v>
                </c:pt>
                <c:pt idx="98">
                  <c:v>0.150646</c:v>
                </c:pt>
                <c:pt idx="99">
                  <c:v>0.139148</c:v>
                </c:pt>
                <c:pt idx="100">
                  <c:v>0.130055</c:v>
                </c:pt>
                <c:pt idx="101">
                  <c:v>0.130975</c:v>
                </c:pt>
                <c:pt idx="102">
                  <c:v>0.127181</c:v>
                </c:pt>
                <c:pt idx="103">
                  <c:v>0.106249</c:v>
                </c:pt>
                <c:pt idx="104">
                  <c:v>0.125946</c:v>
                </c:pt>
                <c:pt idx="105">
                  <c:v>0.124313</c:v>
                </c:pt>
                <c:pt idx="106">
                  <c:v>0.129353</c:v>
                </c:pt>
                <c:pt idx="107">
                  <c:v>0.115276</c:v>
                </c:pt>
                <c:pt idx="108">
                  <c:v>0.116856</c:v>
                </c:pt>
                <c:pt idx="109">
                  <c:v>0.131029</c:v>
                </c:pt>
                <c:pt idx="110">
                  <c:v>0.109471</c:v>
                </c:pt>
                <c:pt idx="111">
                  <c:v>0.117725</c:v>
                </c:pt>
                <c:pt idx="112">
                  <c:v>0.120383</c:v>
                </c:pt>
                <c:pt idx="113">
                  <c:v>0.129455</c:v>
                </c:pt>
                <c:pt idx="114">
                  <c:v>0.126614</c:v>
                </c:pt>
                <c:pt idx="115">
                  <c:v>0.133308</c:v>
                </c:pt>
                <c:pt idx="116">
                  <c:v>0.112039</c:v>
                </c:pt>
                <c:pt idx="117">
                  <c:v>0.133716</c:v>
                </c:pt>
                <c:pt idx="118">
                  <c:v>0.125588</c:v>
                </c:pt>
                <c:pt idx="119">
                  <c:v>0.132396</c:v>
                </c:pt>
                <c:pt idx="120">
                  <c:v>0.126607</c:v>
                </c:pt>
                <c:pt idx="121">
                  <c:v>0.148145</c:v>
                </c:pt>
                <c:pt idx="122">
                  <c:v>0.127998</c:v>
                </c:pt>
                <c:pt idx="123">
                  <c:v>0.126401</c:v>
                </c:pt>
                <c:pt idx="124">
                  <c:v>0.121002</c:v>
                </c:pt>
                <c:pt idx="125">
                  <c:v>0.122697</c:v>
                </c:pt>
                <c:pt idx="126">
                  <c:v>0.135867</c:v>
                </c:pt>
                <c:pt idx="127">
                  <c:v>0.139791</c:v>
                </c:pt>
                <c:pt idx="128">
                  <c:v>0.140258</c:v>
                </c:pt>
                <c:pt idx="129">
                  <c:v>0.139284</c:v>
                </c:pt>
                <c:pt idx="130">
                  <c:v>0.134206</c:v>
                </c:pt>
                <c:pt idx="131">
                  <c:v>0.178257</c:v>
                </c:pt>
                <c:pt idx="132">
                  <c:v>0.150139</c:v>
                </c:pt>
              </c:numCache>
            </c:numRef>
          </c:yVal>
        </c:ser>
        <c:ser>
          <c:idx val="3"/>
          <c:order val="3"/>
          <c:tx>
            <c:v>Ребро 2597</c:v>
          </c:tx>
          <c:spPr>
            <a:ln xmlns:a="http://schemas.openxmlformats.org/drawingml/2006/main" w="19050">
              <a:solidFill>
                <a:srgbClr val="15273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Data'!$G$2:$G$3</c:f>
              <c:numCache>
                <c:formatCode>General</c:formatCode>
                <c:ptCount val="2"/>
                <c:pt idx="0">
                  <c:v>0.081575</c:v>
                </c:pt>
                <c:pt idx="1">
                  <c:v>0.081419</c:v>
                </c:pt>
              </c:numCache>
            </c:numRef>
          </c:xVal>
          <c:yVal>
            <c:numRef>
              <c:f>'Chart Data'!$H$2:$H$3</c:f>
              <c:numCache>
                <c:formatCode>0.0</c:formatCode>
                <c:ptCount val="2"/>
                <c:pt idx="0">
                  <c:v>0.203302</c:v>
                </c:pt>
                <c:pt idx="1">
                  <c:v>0.194909</c:v>
                </c:pt>
              </c:numCache>
            </c:numRef>
          </c:yVal>
        </c:ser>
        <c:ser>
          <c:idx val="4"/>
          <c:order val="4"/>
          <c:tx>
            <c:v>Ребро 813</c:v>
          </c:tx>
          <c:spPr>
            <a:ln xmlns:a="http://schemas.openxmlformats.org/drawingml/2006/main" w="19050">
              <a:solidFill>
                <a:srgbClr val="15273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0.081575</c:v>
                </c:pt>
                <c:pt idx="1">
                  <c:v>0.07817</c:v>
                </c:pt>
              </c:numCache>
            </c:numRef>
          </c:xVal>
          <c:yVal>
            <c:numRef>
              <c:f>'Chart Data'!$J$2:$J$3</c:f>
              <c:numCache>
                <c:formatCode>0.0</c:formatCode>
                <c:ptCount val="2"/>
                <c:pt idx="0">
                  <c:v>0.203302</c:v>
                </c:pt>
                <c:pt idx="1">
                  <c:v>0.218172</c:v>
                </c:pt>
              </c:numCache>
            </c:numRef>
          </c:yVal>
        </c:ser>
        <c:ser>
          <c:idx val="5"/>
          <c:order val="5"/>
          <c:tx>
            <c:v>Ребро 819</c:v>
          </c:tx>
          <c:spPr>
            <a:ln xmlns:a="http://schemas.openxmlformats.org/drawingml/2006/main" w="19050">
              <a:solidFill>
                <a:srgbClr val="15273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Data'!$K$2:$K$3</c:f>
              <c:numCache>
                <c:formatCode>General</c:formatCode>
                <c:ptCount val="2"/>
                <c:pt idx="0">
                  <c:v>0.081575</c:v>
                </c:pt>
                <c:pt idx="1">
                  <c:v>0.066732</c:v>
                </c:pt>
              </c:numCache>
            </c:numRef>
          </c:xVal>
          <c:yVal>
            <c:numRef>
              <c:f>'Chart Data'!$L$2:$L$3</c:f>
              <c:numCache>
                <c:formatCode>0.0</c:formatCode>
                <c:ptCount val="2"/>
                <c:pt idx="0">
                  <c:v>0.203302</c:v>
                </c:pt>
                <c:pt idx="1">
                  <c:v>0.197328</c:v>
                </c:pt>
              </c:numCache>
            </c:numRef>
          </c:yVal>
        </c:ser>
        <c:ser>
          <c:idx val="6"/>
          <c:order val="6"/>
          <c:tx>
            <c:v>Ребро 2648</c:v>
          </c:tx>
          <c:spPr>
            <a:ln xmlns:a="http://schemas.openxmlformats.org/drawingml/2006/main" w="19050">
              <a:solidFill>
                <a:srgbClr val="15273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Data'!$M$2:$M$3</c:f>
              <c:numCache>
                <c:formatCode>General</c:formatCode>
                <c:ptCount val="2"/>
                <c:pt idx="0">
                  <c:v>0.081575</c:v>
                </c:pt>
                <c:pt idx="1">
                  <c:v>0.073485</c:v>
                </c:pt>
              </c:numCache>
            </c:numRef>
          </c:xVal>
          <c:yVal>
            <c:numRef>
              <c:f>'Chart Data'!$N$2:$N$3</c:f>
              <c:numCache>
                <c:formatCode>0.0</c:formatCode>
                <c:ptCount val="2"/>
                <c:pt idx="0">
                  <c:v>0.203302</c:v>
                </c:pt>
                <c:pt idx="1">
                  <c:v>0.187216</c:v>
                </c:pt>
              </c:numCache>
            </c:numRef>
          </c:yVal>
        </c:ser>
        <c:ser>
          <c:idx val="7"/>
          <c:order val="7"/>
          <c:tx>
            <c:v>Ребро 2395</c:v>
          </c:tx>
          <c:spPr>
            <a:ln xmlns:a="http://schemas.openxmlformats.org/drawingml/2006/main" w="19050">
              <a:solidFill>
                <a:srgbClr val="15273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Data'!$O$2:$O$3</c:f>
              <c:numCache>
                <c:formatCode>General</c:formatCode>
                <c:ptCount val="2"/>
                <c:pt idx="0">
                  <c:v>0.081575</c:v>
                </c:pt>
                <c:pt idx="1">
                  <c:v>0.065963</c:v>
                </c:pt>
              </c:numCache>
            </c:numRef>
          </c:xVal>
          <c:yVal>
            <c:numRef>
              <c:f>'Chart Data'!$P$2:$P$3</c:f>
              <c:numCache>
                <c:formatCode>0.0</c:formatCode>
                <c:ptCount val="2"/>
                <c:pt idx="0">
                  <c:v>0.203302</c:v>
                </c:pt>
                <c:pt idx="1">
                  <c:v>0.189605</c:v>
                </c:pt>
              </c:numCache>
            </c:numRef>
          </c:yVal>
        </c:ser>
        <c:ser>
          <c:idx val="8"/>
          <c:order val="8"/>
          <c:tx>
            <c:v>Ребро 812</c:v>
          </c:tx>
          <c:spPr>
            <a:ln xmlns:a="http://schemas.openxmlformats.org/drawingml/2006/main" w="19050">
              <a:solidFill>
                <a:srgbClr val="15273A"/>
              </a:solidFill>
              <a:prstDash val="solid"/>
            </a:ln>
          </c:spPr>
          <c:marker>
            <c:symbol val="none"/>
            <c:size val="2"/>
          </c:marker>
          <c:xVal>
            <c:numRef>
              <c:f>'Chart Data'!$Q$2:$Q$3</c:f>
              <c:numCache>
                <c:formatCode>General</c:formatCode>
                <c:ptCount val="2"/>
                <c:pt idx="0">
                  <c:v>0.081575</c:v>
                </c:pt>
                <c:pt idx="1">
                  <c:v>0.093547</c:v>
                </c:pt>
              </c:numCache>
            </c:numRef>
          </c:xVal>
          <c:yVal>
            <c:numRef>
              <c:f>'Chart Data'!$R$2:$R$3</c:f>
              <c:numCache>
                <c:formatCode>0.0</c:formatCode>
                <c:ptCount val="2"/>
                <c:pt idx="0">
                  <c:v>0.203302</c:v>
                </c:pt>
                <c:pt idx="1">
                  <c:v>0.199285</c:v>
                </c:pt>
              </c:numCache>
            </c:numRef>
          </c:yVal>
        </c:ser>
        <c:ser>
          <c:idx val="9"/>
          <c:order val="9"/>
          <c:tx>
            <c:v>Майкоп</c:v>
          </c:tx>
          <c:spPr>
            <a:ln xmlns:a="http://schemas.openxmlformats.org/drawingml/2006/main" w="0">
              <a:noFill/>
            </a:ln>
          </c:spPr>
          <c:marker>
            <c:symbol val="diamond"/>
            <c:size val="12"/>
            <c:spPr>
              <a:solidFill xmlns:a="http://schemas.openxmlformats.org/drawingml/2006/main">
                <a:srgbClr val="15273A"/>
              </a:solidFill>
            </c:spPr>
          </c:marker>
          <c:xVal>
            <c:numRef>
              <c:f>'Chart Data'!$S$2:$S$2</c:f>
              <c:numCache>
                <c:formatCode>General</c:formatCode>
                <c:ptCount val="1"/>
                <c:pt idx="0">
                  <c:v>0.081575</c:v>
                </c:pt>
              </c:numCache>
            </c:numRef>
          </c:xVal>
          <c:yVal>
            <c:numRef>
              <c:f>'Chart Data'!$T$2:$T$2</c:f>
              <c:numCache>
                <c:formatCode>0.0</c:formatCode>
                <c:ptCount val="1"/>
                <c:pt idx="0">
                  <c:v>0.203302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4"/>
          <c:min val="-0.3"/>
        </c:scaling>
        <c:delete val="0"/>
        <c:axPos val="l"/>
        <c:majorGridlines>
          <c:spPr>
            <a:ln xmlns:a="http://schemas.openxmlformats.org/drawingml/2006/main" w="9525">
              <a:solidFill>
                <a:srgbClr val="E1E6EB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66272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majorUnit val="0.1"/>
      </c:valAx>
      <c:valAx>
        <c:axId val="48650112"/>
        <c:scaling>
          <c:orientation val="minMax"/>
          <c:max val="0.4"/>
          <c:min val="-0.3"/>
        </c:scaling>
        <c:delete val="0"/>
        <c:axPos val="b"/>
        <c:majorGridlines>
          <c:spPr>
            <a:ln xmlns:a="http://schemas.openxmlformats.org/drawingml/2006/main" w="9525">
              <a:solidFill>
                <a:srgbClr val="E1E6EB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66272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majorUnit val="0.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5DDD06-828E-4A05-BC01-1C0F23D0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27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4E2939-B460-441F-BBD8-09E2D0BA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rPr>
              <a:t>Источник: СберИндекс, CC BY-SA 4.0. Расчёты проекта на данных 2023–2024.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9C8474-21A3-4C42-AA77-8F057130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3DD21B-6AD5-4E47-B50C-98E68A00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100" b="1">
                <a:solidFill>
                  <a:srgbClr val="1527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5100" b="1">
                <a:solidFill>
                  <a:srgbClr val="1527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5273A"/>
                </a:solidFill>
                <a:latin typeface="Helvetica Neue"/>
                <a:ea typeface="Helvetica Neue"/>
                <a:cs typeface="Helvetica Neue"/>
              </a:rPr>
              <a:t>Экономические соседи</a:t>
            </a:r>
          </a:p>
          <a:p xmlns:a="http://schemas.openxmlformats.org/drawingml/2006/main">
            <a:pPr>
              <a:defRPr sz="5100" b="1">
                <a:solidFill>
                  <a:srgbClr val="1527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5273A"/>
                </a:solidFill>
                <a:latin typeface="Helvetica Neue"/>
                <a:ea typeface="Helvetica Neue"/>
                <a:cs typeface="Helvetica Neue"/>
              </a:rPr>
              <a:t>муниципалитетов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F6AE24-B0A4-4723-A827-ABCB6047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rPr>
              <a:t>Потребительское сходство и динамика групп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D1CCEC-D19D-40F8-8EBF-89AF8345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3568A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3568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568A5"/>
                </a:solidFill>
                <a:latin typeface="Helvetica Neue"/>
                <a:ea typeface="Helvetica Neue"/>
                <a:cs typeface="Helvetica Neue"/>
              </a:rPr>
              <a:t>2 016 муниципалитетов за 24 месяца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6593C5-174E-43DB-8724-60C6149E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rPr>
              <a:t>Конкурс СберИндекса 2026. Направление «Кластеризация»</a:t>
            </a:r>
          </a:p>
        </p:txBody>
      </p:sp>
    </p:spTree>
    <p:extLst>
      <p:ext uri="{BB962C8B-B14F-4D97-AF65-F5344CB8AC3E}">
        <p14:creationId xmlns:p14="http://schemas.microsoft.com/office/powerpoint/2010/main" val="10165001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BF972F-8A79-4A49-91E8-59E04A47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27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27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73A"/>
                </a:solidFill>
                <a:latin typeface="Helvetica Neue"/>
                <a:ea typeface="Helvetica Neue"/>
                <a:cs typeface="Helvetica Neue"/>
              </a:rPr>
              <a:t>Данные и построение сети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BFAF03-89C3-4BAD-B38A-0BA1F68E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rPr>
              <a:t>Источник: СберИндекс, CC BY-SA 4.0. Расчёты проекта на данных 2023–2024.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895272-E7F2-471D-96AE-8280C622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F428F0-7798-406E-BEE4-934FE64A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3568A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3568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3568A5"/>
                </a:solidFill>
                <a:latin typeface="Helvetica Neue"/>
                <a:ea typeface="Helvetica Neue"/>
                <a:cs typeface="Helvetica Neue"/>
              </a:rPr>
              <a:t>Полная панель: 2 016 из 2 190 МО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43C3B5-F8CB-4539-8DF8-A18558E2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27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527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5273A"/>
                </a:solidFill>
                <a:latin typeface="Helvetica Neue"/>
                <a:ea typeface="Helvetica Neue"/>
                <a:cs typeface="Helvetica Neue"/>
              </a:rPr>
              <a:t>174 территории с неполной историей исключены. Пропуски сохраняют смысл отсутствующих наблюдений.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3058C3-99F6-4DD2-875A-8E267BF80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82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27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527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5273A"/>
                </a:solidFill>
                <a:latin typeface="Helvetica Neue"/>
                <a:ea typeface="Helvetica Neue"/>
                <a:cs typeface="Helvetica Neue"/>
              </a:rPr>
              <a:t>Признаки: квадратные корни долей пяти категорий расходов. Знаменатель включает только выбранную корзину.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C81DD6-E376-4744-9DC5-602D36C4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27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527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5273A"/>
                </a:solidFill>
                <a:latin typeface="Helvetica Neue"/>
                <a:ea typeface="Helvetica Neue"/>
                <a:cs typeface="Helvetica Neue"/>
              </a:rPr>
              <a:t>Сеть: симметричное объединение 30 ближайших соседей. Вес ребра отражает сходство потребления.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EE2B09-D1CD-4301-9AC4-1D39BDB4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72075"/>
            <a:ext cx="10820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27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527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5273A"/>
                </a:solidFill>
                <a:latin typeface="Helvetica Neue"/>
                <a:ea typeface="Helvetica Neue"/>
                <a:cs typeface="Helvetica Neue"/>
              </a:rPr>
              <a:t>Параметры выбираются на январе 2023 и фиксируются. Метки групп согласуются по пересечению составов.</a:t>
            </a:r>
          </a:p>
        </p:txBody>
      </p:sp>
    </p:spTree>
    <p:extLst>
      <p:ext uri="{BB962C8B-B14F-4D97-AF65-F5344CB8AC3E}">
        <p14:creationId xmlns:p14="http://schemas.microsoft.com/office/powerpoint/2010/main" val="12990727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9908A3-B013-494D-83F8-0BD2C7AA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27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27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73A"/>
                </a:solidFill>
                <a:latin typeface="Helvetica Neue"/>
                <a:ea typeface="Helvetica Neue"/>
                <a:cs typeface="Helvetica Neue"/>
              </a:rPr>
              <a:t>Сравнение на одной сети k=30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CA10E7-EB14-465D-950A-03F5D7B3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rPr>
              <a:t>Источник: СберИндекс, CC BY-SA 4.0. Расчёты проекта на данных 2023–2024.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A19141-8D8B-4387-ADB7-7F3D0AE3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0B5BD8-60AA-49B2-B22B-765A2179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1447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rPr>
              <a:t>Январь 2023. Одинаковые МО, признаки и сеть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9D27DB-05AB-41B0-8AD4-01303D07A32E}"/>
              </a:ext>
            </a:extLst>
          </p:cNvPr>
          <p:cNvGraphicFramePr/>
          <p:nvPr/>
        </p:nvGraphicFramePr>
        <p:xfrm>
          <a:off xmlns:a="http://schemas.openxmlformats.org/drawingml/2006/main" x="685800" y="2190750"/>
          <a:ext xmlns:a="http://schemas.openxmlformats.org/drawingml/2006/main" cx="10820400" cy="2190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00250"/>
                <a:gridCol w="714375"/>
                <a:gridCol w="1257300"/>
                <a:gridCol w="1590675"/>
                <a:gridCol w="1428750"/>
                <a:gridCol w="1276350"/>
                <a:gridCol w="1276350"/>
                <a:gridCol w="1276350"/>
              </a:tblGrid>
              <a:tr h="54768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27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Метод</a:t>
                      </a:r>
                    </a:p>
                  </a:txBody>
                  <a:tcPr marL="91440" marR="91440" marT="45720" marB="45720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27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</a:t>
                      </a:r>
                    </a:p>
                  </a:txBody>
                  <a:tcPr marL="91440" marR="91440" marT="45720" marB="45720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27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SW</a:t>
                      </a:r>
                    </a:p>
                  </a:txBody>
                  <a:tcPr marL="91440" marR="91440" marT="45720" marB="45720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27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</a:t>
                      </a:r>
                    </a:p>
                  </a:txBody>
                  <a:tcPr marL="91440" marR="91440" marT="45720" marB="45720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27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S_Dbw</a:t>
                      </a:r>
                    </a:p>
                  </a:txBody>
                  <a:tcPr marL="91440" marR="91440" marT="45720" marB="45720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27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AVI</a:t>
                      </a:r>
                    </a:p>
                  </a:txBody>
                  <a:tcPr marL="91440" marR="91440" marT="45720" marB="45720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27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AVU</a:t>
                      </a:r>
                    </a:p>
                  </a:txBody>
                  <a:tcPr marL="91440" marR="91440" marT="45720" marB="45720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27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MQ</a:t>
                      </a:r>
                    </a:p>
                  </a:txBody>
                  <a:tcPr marL="91440" marR="91440" marT="45720" marB="45720">
                    <a:solidFill>
                      <a:srgbClr val="EAF0F5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7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KMeans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7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7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0.321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7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1313.1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7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1.180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7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7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0.667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7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0.577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7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Spectral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7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7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0.251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7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948.7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7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0.888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7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0.937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7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0.667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7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0.531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7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Louvain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7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7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7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904.7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7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0.687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7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0.877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7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0.564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7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0.669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B1AEE3-B26F-4E47-B7F5-F429D087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27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527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5273A"/>
                </a:solidFill>
                <a:latin typeface="Helvetica Neue"/>
                <a:ea typeface="Helvetica Neue"/>
                <a:cs typeface="Helvetica Neue"/>
              </a:rPr>
              <a:t>Spectral выбран среди сетевых методов: k=30, K=3. KMeans даёт более высокий силуэт.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AF5627-962D-4C57-B836-D290F213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rPr>
              <a:t>Louvain: resolution=0,5. AVU при трёх связанных группах равен 2/3 и не различает итоговые месяцы.</a:t>
            </a:r>
          </a:p>
        </p:txBody>
      </p:sp>
    </p:spTree>
    <p:extLst>
      <p:ext uri="{BB962C8B-B14F-4D97-AF65-F5344CB8AC3E}">
        <p14:creationId xmlns:p14="http://schemas.microsoft.com/office/powerpoint/2010/main" val="5228177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71D088-E382-4643-8B70-BA7371D4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27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27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73A"/>
                </a:solidFill>
                <a:latin typeface="Helvetica Neue"/>
                <a:ea typeface="Helvetica Neue"/>
                <a:cs typeface="Helvetica Neue"/>
              </a:rPr>
              <a:t>Маркетплейсы занимают большую долю корзины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E5C0ED-3182-40D1-9AB8-70921438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rPr>
              <a:t>Источник: СберИндекс, CC BY-SA 4.0. Расчёты проекта на данных 2023–2024.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3894FB-F8CF-44D3-BA56-AA37E4823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22F133-EADB-4BAA-AA98-B838AF3D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rPr>
              <a:t>Средние доли пяти категорий. Равный вес 2 016 МО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DF0AB6CA-9580-4AFC-B140-1CBDF564FD26}"/>
              </a:ext>
            </a:extLst>
          </p:cNvPr>
          <p:cNvGraphicFramePr/>
          <p:nvPr/>
        </p:nvGraphicFramePr>
        <p:xfrm>
          <a:off xmlns:a="http://schemas.openxmlformats.org/drawingml/2006/main" x="685800" y="2076450"/>
          <a:ext xmlns:a="http://schemas.openxmlformats.org/drawingml/2006/main" cx="1082040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e890ff5560c49c5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3318F2-7CA0-4664-8D49-CDE96C7C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27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527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273A"/>
                </a:solidFill>
                <a:latin typeface="Helvetica Neue"/>
                <a:ea typeface="Helvetica Neue"/>
                <a:cs typeface="Helvetica Neue"/>
              </a:rPr>
              <a:t>13,46% в январе 2023 и 26,34% в декабре 2024. Сравнение не очищено от сезонности.</a:t>
            </a:r>
          </a:p>
        </p:txBody>
      </p:sp>
    </p:spTree>
    <p:extLst>
      <p:ext uri="{BB962C8B-B14F-4D97-AF65-F5344CB8AC3E}">
        <p14:creationId xmlns:p14="http://schemas.microsoft.com/office/powerpoint/2010/main" val="3654168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F8E417-CA91-4903-9DC8-AEA05C1F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27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27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73A"/>
                </a:solidFill>
                <a:latin typeface="Helvetica Neue"/>
                <a:ea typeface="Helvetica Neue"/>
                <a:cs typeface="Helvetica Neue"/>
              </a:rPr>
              <a:t>После сглаживания группы устойчивее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1286CC-617D-4091-A979-5948D974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rPr>
              <a:t>Источник: СберИндекс, CC BY-SA 4.0. Расчёты проекта на данных 2023–2024.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517CB7-9606-4935-A0FA-4D8B6502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CE967F-52FE-495B-AF52-DDE0C612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rPr>
              <a:t>ARI соседних месяцев. 21 общий переход за 2023–2024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8392173D-773A-4488-92A4-08ADD61991FD}"/>
              </a:ext>
            </a:extLst>
          </p:cNvPr>
          <p:cNvGraphicFramePr/>
          <p:nvPr/>
        </p:nvGraphicFramePr>
        <p:xfrm>
          <a:off xmlns:a="http://schemas.openxmlformats.org/drawingml/2006/main" x="685800" y="2076450"/>
          <a:ext xmlns:a="http://schemas.openxmlformats.org/drawingml/2006/main" cx="1082040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13627d2d8f9482a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9285CC-F983-4D77-AF3A-86E74DD7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27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527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273A"/>
                </a:solidFill>
                <a:latin typeface="Helvetica Neue"/>
                <a:ea typeface="Helvetica Neue"/>
                <a:cs typeface="Helvetica Neue"/>
              </a:rPr>
              <a:t>Средний ARI: 0,717 и 0,862. Проверка seeds: минимум 0,990. Сезонность остаётся.</a:t>
            </a:r>
          </a:p>
        </p:txBody>
      </p:sp>
    </p:spTree>
    <p:extLst>
      <p:ext uri="{BB962C8B-B14F-4D97-AF65-F5344CB8AC3E}">
        <p14:creationId xmlns:p14="http://schemas.microsoft.com/office/powerpoint/2010/main" val="20793901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78CE86-EDCF-45EC-88B4-5B91903D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27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27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73A"/>
                </a:solidFill>
                <a:latin typeface="Helvetica Neue"/>
                <a:ea typeface="Helvetica Neue"/>
                <a:cs typeface="Helvetica Neue"/>
              </a:rPr>
              <a:t>Потребительская и транспортная близость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F04DB9-96A9-4654-B73F-416C2DBD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rPr>
              <a:t>Источник: СберИндекс, CC BY-SA 4.0. Расчёты проекта на данных 2023–2024.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09B4E7-5186-41F3-A58B-217546C6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153AEB-C73F-455A-9BE6-6BED2F95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rPr>
              <a:t>Силуэт SW. Общие 2 004 МО. Декабрь 2024. Spectral, K=3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429C219F-1DB9-4BBB-ACDC-54B284CF51C6}"/>
              </a:ext>
            </a:extLst>
          </p:cNvPr>
          <p:cNvGraphicFramePr/>
          <p:nvPr/>
        </p:nvGraphicFramePr>
        <p:xfrm>
          <a:off xmlns:a="http://schemas.openxmlformats.org/drawingml/2006/main" x="685800" y="2105025"/>
          <a:ext xmlns:a="http://schemas.openxmlformats.org/drawingml/2006/main" cx="108204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c5bb3c59c2d4dca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272F65-1BEA-4807-818D-0C622D24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340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27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527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5273A"/>
                </a:solidFill>
                <a:latin typeface="Helvetica Neue"/>
                <a:ea typeface="Helvetica Neue"/>
                <a:cs typeface="Helvetica Neue"/>
              </a:rPr>
              <a:t>Дорожные группы почти не разделяют потребительские профили. Для подбора аналогов полезнее близость по расходам.</a:t>
            </a:r>
          </a:p>
        </p:txBody>
      </p:sp>
    </p:spTree>
    <p:extLst>
      <p:ext uri="{BB962C8B-B14F-4D97-AF65-F5344CB8AC3E}">
        <p14:creationId xmlns:p14="http://schemas.microsoft.com/office/powerpoint/2010/main" val="4752693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A966FD-061E-48DB-A2FD-91AB302D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27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27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73A"/>
                </a:solidFill>
                <a:latin typeface="Helvetica Neue"/>
                <a:ea typeface="Helvetica Neue"/>
                <a:cs typeface="Helvetica Neue"/>
              </a:rPr>
              <a:t>Связь с доступностью рынков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C85028-E4D3-4EFE-AA10-64D72D85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rPr>
              <a:t>Источник: СберИндекс, CC BY-SA 4.0. Расчёты проекта на данных 2023–2024.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F3CFDA-D935-4742-A082-FF643CD3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DA8E33-1213-426B-8754-881D328B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rPr>
              <a:t>Spearman ρ. Средняя корзина 2024. 2 004 МО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8F6995B2-F711-4446-814E-6E7B90BE8916}"/>
              </a:ext>
            </a:extLst>
          </p:cNvPr>
          <p:cNvGraphicFramePr/>
          <p:nvPr/>
        </p:nvGraphicFramePr>
        <p:xfrm>
          <a:off xmlns:a="http://schemas.openxmlformats.org/drawingml/2006/main" x="685800" y="2009775"/>
          <a:ext xmlns:a="http://schemas.openxmlformats.org/drawingml/2006/main" cx="10820400" cy="33623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ba3c78702fe4278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4469EF-966F-4878-9F21-2344DC0E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8204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7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7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5273A"/>
                </a:solidFill>
                <a:latin typeface="Helvetica Neue"/>
                <a:ea typeface="Helvetica Neue"/>
                <a:cs typeface="Helvetica Neue"/>
              </a:rPr>
              <a:t>Продовольственная доля отрицательно связана с доступностью. Общие причины и зависимости долей ограничивают интерпретацию.</a:t>
            </a:r>
          </a:p>
        </p:txBody>
      </p:sp>
    </p:spTree>
    <p:extLst>
      <p:ext uri="{BB962C8B-B14F-4D97-AF65-F5344CB8AC3E}">
        <p14:creationId xmlns:p14="http://schemas.microsoft.com/office/powerpoint/2010/main" val="14582162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2961A5-FC21-47B8-A6D8-0657CC06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27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27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73A"/>
                </a:solidFill>
                <a:latin typeface="Helvetica Neue"/>
                <a:ea typeface="Helvetica Neue"/>
                <a:cs typeface="Helvetica Neue"/>
              </a:rPr>
              <a:t>Паспорт муниципалитета: Майкоп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3977C1-26DA-4C75-AD4C-1D8F207A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rPr>
              <a:t>Источник: СберИндекс, CC BY-SA 4.0. Расчёты проекта на данных 2023–2024.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131C12-FF0D-46C5-97FC-A451628C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860972-0174-4ABB-81A3-3F0FF27E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rPr>
              <a:t>Декабрь 2024. Группа 2. Две смены группы за 23 перехода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59E53FC7-CECE-428B-9F56-BA9B8E68497F}"/>
              </a:ext>
            </a:extLst>
          </p:cNvPr>
          <p:cNvGraphicFramePr/>
          <p:nvPr/>
        </p:nvGraphicFramePr>
        <p:xfrm>
          <a:off xmlns:a="http://schemas.openxmlformats.org/drawingml/2006/main" x="590550" y="2152650"/>
          <a:ext xmlns:a="http://schemas.openxmlformats.org/drawingml/2006/main" cx="7143750" cy="2905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d48d2d9423441b8"/>
          </a:graphicData>
        </a:graphic>
      </p:graphicFrame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ABAB3E-55EF-4A79-9A66-32E43A8C727B}"/>
              </a:ext>
            </a:extLst>
          </p:cNvPr>
          <p:cNvGraphicFramePr/>
          <p:nvPr/>
        </p:nvGraphicFramePr>
        <p:xfrm>
          <a:off xmlns:a="http://schemas.openxmlformats.org/drawingml/2006/main" x="8086725" y="2324100"/>
          <a:ext xmlns:a="http://schemas.openxmlformats.org/drawingml/2006/main" cx="3419475" cy="27527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28850"/>
                <a:gridCol w="1190625"/>
              </a:tblGrid>
              <a:tr h="4587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7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Категория</a:t>
                      </a:r>
                    </a:p>
                  </a:txBody>
                  <a:tcPr marL="91440" marR="91440" marT="45720" marB="45720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527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Доля</a:t>
                      </a:r>
                    </a:p>
                  </a:txBody>
                  <a:tcPr marL="91440" marR="91440" marT="45720" marB="45720">
                    <a:solidFill>
                      <a:srgbClr val="EAF0F5"/>
                    </a:solidFill>
                  </a:tcPr>
                </a:tc>
              </a:tr>
              <a:tr h="4587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7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Продовольствие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7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47.4%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87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7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Здоровье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7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6.4%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87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7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Маркетплейсы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7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30.5%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87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7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Общепит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7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6.8%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87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7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Транспорт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7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8.9%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6A230C-3290-43D1-9F5D-1D464FF38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rPr>
              <a:t>Группы: 1 — синий, 2 — жёлтый, 3 — розовый. Рёбра — связи Майкопа.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FC04AF-5565-40BB-ABBC-3D1EA506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27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527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5273A"/>
                </a:solidFill>
                <a:latin typeface="Helvetica Neue"/>
                <a:ea typeface="Helvetica Neue"/>
                <a:cs typeface="Helvetica Neue"/>
              </a:rPr>
              <a:t>Проекция потребительских профилей. Географические координаты не используются.</a:t>
            </a:r>
          </a:p>
        </p:txBody>
      </p:sp>
    </p:spTree>
    <p:extLst>
      <p:ext uri="{BB962C8B-B14F-4D97-AF65-F5344CB8AC3E}">
        <p14:creationId xmlns:p14="http://schemas.microsoft.com/office/powerpoint/2010/main" val="19302298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E02A82-8AAE-45C4-A4D7-DF85D21F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27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27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273A"/>
                </a:solidFill>
                <a:latin typeface="Helvetica Neue"/>
                <a:ea typeface="Helvetica Neue"/>
                <a:cs typeface="Helvetica Neue"/>
              </a:rPr>
              <a:t>Применение и границы выводов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9EBBF6-3AED-4CAE-BF00-03608CDE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rPr>
              <a:t>Источник: СберИндекс, CC BY-SA 4.0. Расчёты проекта на данных 2023–2024.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C6BC88-CADE-4F38-992B-0EA0E185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4827CB-9C87-4F7F-B41E-37EDBA63A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3568A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3568A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568A5"/>
                </a:solidFill>
                <a:latin typeface="Helvetica Neue"/>
                <a:ea typeface="Helvetica Neue"/>
                <a:cs typeface="Helvetica Neue"/>
              </a:rPr>
              <a:t>Подбор потребительских аналогов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4EED83-9183-46D3-9D2D-312976F8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19325"/>
            <a:ext cx="10820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27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527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5273A"/>
                </a:solidFill>
                <a:latin typeface="Helvetica Neue"/>
                <a:ea typeface="Helvetica Neue"/>
                <a:cs typeface="Helvetica Neue"/>
              </a:rPr>
              <a:t>1 003 из 2 016 МО сохранили группу во всех 24 месяцах. В среднем за месяц группу меняли 9,65% территорий.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3CBECD-3CEA-403B-ABE1-64CD6464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27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527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5273A"/>
                </a:solidFill>
                <a:latin typeface="Helvetica Neue"/>
                <a:ea typeface="Helvetica Neue"/>
                <a:cs typeface="Helvetica Neue"/>
              </a:rPr>
              <a:t>Смена группы требует проверки профиля. Покрытие банка, наличные платежи, инфляция и состав жителей отдельно не оценены.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5FA983-EFE6-4BA7-A2BC-AB08BE97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10820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27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527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5273A"/>
                </a:solidFill>
                <a:latin typeface="Helvetica Neue"/>
                <a:ea typeface="Helvetica Neue"/>
                <a:cs typeface="Helvetica Neue"/>
              </a:rPr>
              <a:t>Воспроизведение: GitHub-код, config.json, исполненный ноутбук и русский методологический отчёт.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B946FC-EDE6-4C9F-808D-9E712243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66272"/>
                </a:solidFill>
                <a:latin typeface="Helvetica Neue"/>
                <a:ea typeface="Helvetica Neue"/>
                <a:cs typeface="Helvetica Neue"/>
              </a:rPr>
              <a:t>Источники: СберИндекс (CC BY-SA 4.0). Метрики AVI/AVU: Shahileh et al., 2025, DOI 10.1134/S1064562425700589.</a:t>
            </a:r>
          </a:p>
        </p:txBody>
      </p:sp>
    </p:spTree>
    <p:extLst>
      <p:ext uri="{BB962C8B-B14F-4D97-AF65-F5344CB8AC3E}">
        <p14:creationId xmlns:p14="http://schemas.microsoft.com/office/powerpoint/2010/main" val="447348862"/>
      </p:ext>
    </p:extLst>
  </p:cSld>
</p:sld>
</file>

<file path=ppt/theme/theme1.xml><?xml version="1.0" encoding="utf-8"?>
<a:theme xmlns:a="http://schemas.openxmlformats.org/drawingml/2006/main" name="Economic Neighbors">
  <a:themeElements>
    <a:clrScheme name="Economic Neighbors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Economic Neighbor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9</ap:Slides>
  <ap:Notes>9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Economic Neighbors project</dc:creator>
  <lastModifiedBy>Economic Neighbors project</lastModifiedBy>
  <dc:title>Экономические соседи муниципалитетов</dc:title>
  <dcterms:created xsi:type="dcterms:W3CDTF">2026-10-09T17:57:32.3840000Z</dcterms:created>
  <dcterms:modified xsi:type="dcterms:W3CDTF">2026-10-09T20:16:21.539Z</dcterms:modified>
</coreProperties>
</file>